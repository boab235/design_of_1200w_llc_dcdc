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ppt/ink/ink23.xml" ContentType="application/inkml+xml"/>
  <Override PartName="/ppt/ink/ink24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>
        <p:scale>
          <a:sx n="66" d="100"/>
          <a:sy n="66" d="100"/>
        </p:scale>
        <p:origin x="1253" y="2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3T11:11:40.099"/>
    </inkml:context>
    <inkml:brush xml:id="br0">
      <inkml:brushProperty name="width" value="0.035" units="cm"/>
      <inkml:brushProperty name="height" value="0.035" units="cm"/>
      <inkml:brushProperty name="color" value="#33CCFF"/>
    </inkml:brush>
  </inkml:definitions>
  <inkml:trace contextRef="#ctx0" brushRef="#br0">667 2 24575,'-117'-1'0,"-129"3"0,171 9 0,50-7 0,-48 3 0,60-6 33,0 1-1,0 0 1,-15 4-1,-18 3-1527,29-7-5331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3T11:11:44.188"/>
    </inkml:context>
    <inkml:brush xml:id="br0">
      <inkml:brushProperty name="width" value="0.035" units="cm"/>
      <inkml:brushProperty name="height" value="0.035" units="cm"/>
      <inkml:brushProperty name="color" value="#33CCFF"/>
    </inkml:brush>
  </inkml:definitions>
  <inkml:trace contextRef="#ctx0" brushRef="#br0">1 0 24575,'-1'79'0,"3"88"0,-2-165 0,0 0 0,1 0 0,-1 0 0,0 1 0,1-1 0,0 0 0,-1 0 0,1 0 0,0 0 0,0 0 0,0-1 0,0 1 0,0 0 0,2 1 0,-2-2 0,0 0 0,0 0 0,0 0 0,0-1 0,0 1 0,0-1 0,0 1 0,0-1 0,1 1 0,-1-1 0,0 0 0,0 1 0,0-1 0,0 0 0,1 0 0,-1 0 0,0 0 0,2 0 0,1-1 0,-1 0 0,0 0 0,1 0 0,-1 0 0,0 0 0,0-1 0,1 0 0,-1 0 0,-1 0 0,1 0 0,0 0 0,0 0 0,-1-1 0,1 1 0,2-5 0,12-18 0,-13 18 0,0 0 0,0 0 0,1 0 0,0 1 0,1 0 0,9-9 0,-14 14 0,1 0 0,-1 0 0,0 1 0,1-1 0,-1 1 0,0-1 0,1 1 0,-1-1 0,1 1 0,-1-1 0,0 1 0,1 0 0,-1 0 0,1 0 0,-1 0 0,1 0 0,1 1 0,-1-1 0,1 1 0,-1 0 0,0 0 0,1 0 0,-1 1 0,0-1 0,0 1 0,0-1 0,0 1 0,0-1 0,-1 1 0,1 0 0,2 3 0,1 2 0,0 1 0,-1-1 0,0 1 0,5 13 0,-6-13 0,1 0 0,-1 0 0,2 0 0,-1-1 0,8 10 0,-3-5 0,-5-7 0,-1 0 0,1-1 0,0 1 0,0-1 0,1 0 0,6 5 0,-10-9 0,-1 0 0,1 1 0,-1-1 0,1 0 0,-1 0 0,1 0 0,0 1 0,-1-1 0,1 0 0,-1 0 0,1 0 0,-1 0 0,1 0 0,-1 0 0,1 0 0,0 0 0,-1 0 0,1-1 0,-1 1 0,1 0 0,-1 0 0,1 0 0,-1-1 0,1 1 0,-1 0 0,1 0 0,0-2 0,0 1 0,1-1 0,-1 0 0,0 0 0,0 0 0,0 0 0,0 1 0,-1-2 0,1 1 0,0 0 0,-1 0 0,1-4 0,0 1 0,0 1 0,0 0 0,0-1 0,0 1 0,1 0 0,-1 0 0,1 0 0,1 0 0,-1 0 0,0 0 0,6-6 0,-6 9 0,-1 0 0,1 0 0,-1 0 0,1 0 0,-1 0 0,1 0 0,0 0 0,0 1 0,-1-1 0,1 1 0,0-1 0,0 1 0,0 0 0,0-1 0,-1 1 0,1 0 0,0 0 0,0 0 0,0 1 0,0-1 0,0 0 0,-1 1 0,1-1 0,0 1 0,0 0 0,-1 0 0,1-1 0,0 1 0,-1 0 0,1 0 0,2 3 0,6 3 0,0 2 0,0 0 0,0 0 0,13 18 0,6 5 0,-29-31 0,0-1 0,1 1 0,0 0 0,-1-1 0,1 1 0,-1-1 0,1 1 0,0-1 0,-1 1 0,1-1 0,0 0 0,0 1 0,-1-1 0,1 0 0,0 0 0,0 1 0,0-1 0,-1 0 0,1 0 0,0 0 0,0 0 0,0 0 0,-1 0 0,1 0 0,0 0 0,0 0 0,0 0 0,1-1 0,-1 0 0,1 0 0,-1 0 0,0 0 0,1-1 0,-1 1 0,0 0 0,0-1 0,0 1 0,0-1 0,0 1 0,0-1 0,1-2 0,3-8 0,-1 0 0,6-25 0,-8 30 0,2-15 0,-1 0 0,-1-1 0,0-29 0,0-13 0,-2 63 0,0 1 0,0-1 0,0 0 0,0 1 0,0-1 0,1 0 0,-1 1 0,1-1 0,-1 0 0,1 1 0,0-1 0,-1 1 0,1-1 0,0 1 0,0-1 0,0 1 0,0 0 0,1-2 0,-1 3 0,0 0 0,0-1 0,0 1 0,-1 0 0,1 0 0,0 0 0,0 0 0,0 0 0,0 0 0,-1 0 0,1 0 0,0 0 0,0 0 0,0 0 0,-1 0 0,1 1 0,0-1 0,0 0 0,0 1 0,-1-1 0,1 0 0,0 1 0,-1-1 0,1 1 0,0 0 0,4 3 0,-1 0 0,1 0 0,-1 1 0,0-1 0,-1 1 0,1 0 0,-1 0 0,4 9 0,5 16 0,-10-24 0,0 1 0,1-1 0,0 0 0,0 0 0,0 0 0,1 0 0,0 0 0,0-1 0,0 1 0,6 4 0,-6-6 9,-1 1 0,1 0 0,-1 0 0,1 1 0,-2-1 0,1 1 0,0-1-1,-1 1 1,0 0 0,-1 0 0,1 0 0,-1 0 0,0 0 0,0 7 0,0-4-197,0-1 1,0 0 0,1 0-1,1 0 1,-1 0 0,1 0-1,5 9 1,-1-5-6639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3T11:11:45.851"/>
    </inkml:context>
    <inkml:brush xml:id="br0">
      <inkml:brushProperty name="width" value="0.035" units="cm"/>
      <inkml:brushProperty name="height" value="0.035" units="cm"/>
      <inkml:brushProperty name="color" value="#33CCFF"/>
    </inkml:brush>
  </inkml:definitions>
  <inkml:trace contextRef="#ctx0" brushRef="#br0">1 113 24575,'4'-4'0,"5"-5"0,4-1 0,5-2 0,2 0 0,2 3 0,1-2 0,0 3 0,1 1 0,-5-2 0,-1 2 0,0 1 0,0 1 0,2 3 0,0 0 0,-2 2-8191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3T11:11:53.085"/>
    </inkml:context>
    <inkml:brush xml:id="br0">
      <inkml:brushProperty name="width" value="0.035" units="cm"/>
      <inkml:brushProperty name="height" value="0.035" units="cm"/>
      <inkml:brushProperty name="color" value="#33CCFF"/>
    </inkml:brush>
  </inkml:definitions>
  <inkml:trace contextRef="#ctx0" brushRef="#br0">0 1 24575,'76'0'0,"105"13"0,-88 2 0,113 33 0,-129-29 0,1-3 0,106 8 0,-168-21 0,0 0 0,0 1 0,0 0 0,30 14 0,59 35 0,-62-30 0,-31-16 0,1 1 0,-2 0 0,1 0 0,-1 2 0,0-1 0,-1 1 0,0 1 0,-1 0 0,0 0 0,0 1 0,9 19 0,-10-19 0,-1 0 0,-1 1 0,0 1 0,-1-1 0,0 1 0,-1-1 0,-1 1 0,0 0 0,-1 1 0,0-1 0,-1 0 0,-2 25 0,-1 407 0,1-432 0,-1 1 0,-1-1 0,0 0 0,-1 0 0,-1 0 0,0 0 0,-9 17 0,-10 28 0,-3 12 0,18-51 0,1 0 0,1 1 0,1 0 0,1 0 0,0 1 0,-2 38 0,4-13 0,-2 0 0,-2-1 0,-20 70 0,17-72 0,3 0 0,-4 77 0,13 93 0,0-82 0,-2 645 0,-2-740 0,-12 65 0,8-67 0,-17 75 0,1 23 0,19-120 0,0 0 0,-1 1 0,-9 19 0,-8 28 0,17-47 0,-1 0 0,0-1 0,-1 1 0,-9 14 0,-14 36 0,13-12 0,11-34 0,0-1 0,-1 1 0,-1-1 0,-1 0 0,0 0 0,-1-1 0,-11 16 0,4-13 0,-59 70 0,65-78 0,1 0 0,1 1 0,0 1 0,0 0 0,-7 16 0,-3 5 0,13-26 0,-1 0 0,0-1 0,0 1 0,-1-1 0,0-1 0,-12 9 0,-23 24 0,-13 21 0,25-25 0,-70 63 0,50-60 80,38-30-441,0 0-1,1 1 1,-17 16 0,16-10-6465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3T11:12:13.729"/>
    </inkml:context>
    <inkml:brush xml:id="br0">
      <inkml:brushProperty name="width" value="0.035" units="cm"/>
      <inkml:brushProperty name="height" value="0.035" units="cm"/>
      <inkml:brushProperty name="color" value="#33CCFF"/>
    </inkml:brush>
  </inkml:definitions>
  <inkml:trace contextRef="#ctx0" brushRef="#br0">1 0 24575,'23'2'0,"1"1"0,0 1 0,-1 1 0,45 16 0,-33-10 0,-10-3 0,10 2 0,46 20 0,-79-29 0,1 0 0,-1 1 0,1-1 0,-1 1 0,0-1 0,0 1 0,0 0 0,0 0 0,0 0 0,0 0 0,0 0 0,-1 1 0,1-1 0,-1 0 0,1 1 0,-1-1 0,2 6 0,-1 0 0,-1-1 0,0 1 0,0 0 0,0 14 0,-1-14 0,0 0 0,1 0 0,0 0 0,3 14 0,-3-21 0,0 1 0,0 0 0,0 0 0,0 0 0,0-1 0,0 1 0,1 0 0,-1-1 0,1 1 0,-1-1 0,1 0 0,-1 1 0,1-1 0,0 0 0,0 0 0,0 0 0,0 0 0,-1-1 0,1 1 0,0 0 0,0-1 0,0 1 0,3-1 0,6 2 0,1-1 0,-1-1 0,13 0 0,-8-1 0,47 1 0,0-2 0,0-3 0,80-18 0,-94 10 0,1 3 0,0 2 0,84-3 0,-23 12-1365,-92 0-5461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3T11:12:18.310"/>
    </inkml:context>
    <inkml:brush xml:id="br0">
      <inkml:brushProperty name="width" value="0.035" units="cm"/>
      <inkml:brushProperty name="height" value="0.035" units="cm"/>
      <inkml:brushProperty name="color" value="#33CCFF"/>
    </inkml:brush>
  </inkml:definitions>
  <inkml:trace contextRef="#ctx0" brushRef="#br0">2606 1 24575,'0'3'0,"-1"1"0,-1-1 0,1 0 0,-1 0 0,1 0 0,-1 0 0,0 0 0,0 0 0,-2 3 0,-5 7 0,-112 230 0,112-222 0,-19 39 0,-8 20 0,-68 114 0,62-122 0,26-42 0,-26 35 0,-79 120 0,100-159 0,-1-1 0,-1-1 0,-1-1 0,-37 27 0,35-31 0,-34 18 0,44-28 0,2-2 0,-1-1 0,1-1 0,-1 0 0,-18 3 0,-11 4 0,-68 15 0,22-7 0,57-13 0,-1-1 0,-53 3 0,4-2 0,-22 1 0,-151-6 0,117-4 0,-575 2-1365,695 0-5461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3T11:12:38.197"/>
    </inkml:context>
    <inkml:brush xml:id="br0">
      <inkml:brushProperty name="width" value="0.035" units="cm"/>
      <inkml:brushProperty name="height" value="0.035" units="cm"/>
      <inkml:brushProperty name="color" value="#33CCFF"/>
    </inkml:brush>
  </inkml:definitions>
  <inkml:trace contextRef="#ctx0" brushRef="#br0">2 1851 24575,'-1'-99'0,"2"-107"0,10 122 0,-6 55 0,2-46 0,-8-704 0,1 770 0,0 0 0,1 1 0,0-1 0,1 1 0,0-1 0,0 1 0,0 0 0,1-1 0,8-13 0,-4 10 0,0 2 0,1-1 0,0 1 0,1 1 0,19-17 0,10-12 0,-29 28 0,0 0 0,2 0 0,-1 1 0,22-14 0,-12 10 0,32-27 0,-38 28 0,0 1 0,1 0 0,1 1 0,16-8 0,20-9 0,92-64 0,-137 86 0,0 2 0,0-1 0,0 1 0,1 0 0,-1 1 0,1 0 0,-1 0 0,1 1 0,15-2 0,8 2 0,39 4 0,-16-1 0,-26-3 0,50-9 0,-47 5 0,33-1 0,-44 4 0,37-7 0,-37 5 0,39-3 0,239 7 0,-282 1 0,0 1 0,0 1 0,17 4 0,10 3 0,4-1 0,-29-5 0,1 0 0,31 1 0,-45-5 0,0 1 0,-1-1 0,1 1 0,-1 0 0,1 0 0,-1 1 0,0-1 0,1 1 0,-1 0 0,0 0 0,7 5 0,-1 1 0,0 0 0,16 18 0,1 2 0,-18-21 0,-1-1 0,1 0 0,0-1 0,14 7 0,-14-8 0,0 1 0,0-1 0,-1 2 0,0-1 0,13 12 0,88 84 0,-105-96 0,1 0 0,0 0 0,-1 1 0,0 0 0,-1 0 0,1 0 0,-1 0 0,0 0 0,2 9 0,-1-6 0,-1-1 0,1 1 0,0-1 0,1 0 0,6 7 0,93 132 0,-63-86 0,131 214 0,-130-192 0,37 67 0,-48-88 0,-23-44 0,1 0 0,1 0 0,13 17 0,42 63 0,-18-25 0,-25-47 0,1 0 0,0-2 0,2-1 0,43 32 0,-33-29 0,2-1 0,1-2 0,0-2 0,78 31 0,-96-45 0,120 42 0,-117-43 0,1-1 0,-1-1 0,1-1 0,29 0 0,-40-3 0,16 1 0,-1-2 0,1 0 0,-1-2 0,0-1 0,31-9 0,-58 13 0,0 0 0,1-1 0,-1 1 0,0 0 0,1-1 0,-1 1 0,0-1 0,0 1 0,0-1 0,0 0 0,0 1 0,1-1 0,-1 0 0,0 0 0,-1 0 0,1 0 0,0 0 0,0 0 0,0 0 0,-1 0 0,1 0 0,0 0 0,-1-1 0,1 1 0,-1 0 0,1 0 0,-1-1 0,1 0 0,-2 0 0,1 1 0,-1 0 0,1 0 0,-1 0 0,0-1 0,1 1 0,-1 0 0,0 0 0,0 0 0,0 0 0,0 0 0,0 0 0,0 1 0,0-1 0,0 0 0,0 0 0,0 1 0,0-1 0,-1 1 0,1-1 0,0 1 0,0-1 0,-1 1 0,1 0 0,0-1 0,-1 1 0,-1 0 0,-6-1 0,-1 1 0,1 0 0,0 0 0,0 1 0,0 0 0,0 0 0,-1 1 0,2 0 0,-18 7 0,21-7 0,1-1 0,0 1 0,-1 0 0,1 0 0,0 1 0,0-1 0,1 1 0,-1 0 0,1 0 0,-1 0 0,1 0 0,0 1 0,0-1 0,0 1 0,0 0 0,1 0 0,0 0 0,-1 0 0,2 0 0,-1 0 0,-2 7 0,4-9 0,0 0 0,0 0 0,0 0 0,0 0 0,0 0 0,1 0 0,-1-1 0,0 1 0,1 0 0,0 0 0,-1 0 0,1 0 0,0-1 0,0 1 0,0 0 0,0-1 0,0 1 0,0-1 0,3 3 0,-1-1 0,0 0 0,0 0 0,1-1 0,-1 0 0,1 0 0,0 0 0,0 0 0,0 0 0,4 1 0,-4-2 0,0 1 0,0-1 0,0 0 0,0-1 0,0 1 0,0-1 0,0 1 0,0-1 0,0 0 0,0-1 0,0 1 0,0-1 0,0 0 0,0 0 0,0 0 0,0 0 0,0-1 0,0 1 0,-1-1 0,5-2 0,-7 3 3,0 0 0,-1 1-1,1-1 1,0 0 0,0 0-1,-1 0 1,1 0 0,0 0-1,-1 0 1,1 0 0,-1 0-1,1 0 1,-1 0-1,1 0 1,-1 0 0,0 0-1,0 0 1,1 0 0,-1 0-1,0 0 1,0 0 0,0 0-1,0-1 1,0 1 0,-1 0-1,1 0 1,0 0 0,0 0-1,-1 0 1,1 0 0,-1 0-1,1 0 1,-1 0 0,1 0-1,-1 0 1,0 0 0,1 0-1,-1 0 1,0 0 0,0 1-1,1-1 1,-1 0 0,0 1-1,-1-2 1,0 1-71,0 0 1,0 0-1,0 0 1,0 0-1,0 0 1,0 0-1,0 0 1,0 1-1,-1-1 1,1 1-1,0-1 1,0 1-1,-1 0 1,1 0-1,0 0 1,0 0-1,-1 1 1,1-1-1,0 1 1,0-1-1,-4 2 1,0 3-6759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3T11:13:12.489"/>
    </inkml:context>
    <inkml:brush xml:id="br0">
      <inkml:brushProperty name="width" value="0.035" units="cm"/>
      <inkml:brushProperty name="height" value="0.035" units="cm"/>
      <inkml:brushProperty name="color" value="#33CCFF"/>
    </inkml:brush>
  </inkml:definitions>
  <inkml:trace contextRef="#ctx0" brushRef="#br0">0 1 24575,'0'0'-8191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3T11:13:19.153"/>
    </inkml:context>
    <inkml:brush xml:id="br0">
      <inkml:brushProperty name="width" value="0.035" units="cm"/>
      <inkml:brushProperty name="height" value="0.035" units="cm"/>
      <inkml:brushProperty name="color" value="#33CCFF"/>
    </inkml:brush>
  </inkml:definitions>
  <inkml:trace contextRef="#ctx0" brushRef="#br0">1 1 24575,'0'0'-8191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3T20:45:28.397"/>
    </inkml:context>
    <inkml:brush xml:id="br0">
      <inkml:brushProperty name="width" value="0.035" units="cm"/>
      <inkml:brushProperty name="height" value="0.035" units="cm"/>
      <inkml:brushProperty name="color" value="#33CCFF"/>
    </inkml:brush>
  </inkml:definitions>
  <inkml:trace contextRef="#ctx0" brushRef="#br0">1031 1 24097,'-1030'65'0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3T20:45:33.648"/>
    </inkml:context>
    <inkml:brush xml:id="br0">
      <inkml:brushProperty name="width" value="0.035" units="cm"/>
      <inkml:brushProperty name="height" value="0.035" units="cm"/>
      <inkml:brushProperty name="color" value="#33CCFF"/>
    </inkml:brush>
  </inkml:definitions>
  <inkml:trace contextRef="#ctx0" brushRef="#br0">230 0 24575,'-2'7'0,"0"-1"0,0 1 0,0-1 0,-1 0 0,0 0 0,0 0 0,-1 0 0,0-1 0,0 0 0,-7 8 0,1 1 0,-11 13 0,13-17 0,-1 1 0,2 1 0,-1-1 0,2 1 0,-9 19 0,8-14 14,-1-1 0,-1 1-1,-14 20 1,16-28-156,0 2 0,0-1 0,1 1 0,1 0 0,0 0 0,0 1 0,1 0 0,1 0 0,-4 20 0,5-6-6684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3T20:45:37.575"/>
    </inkml:context>
    <inkml:brush xml:id="br0">
      <inkml:brushProperty name="width" value="0.035" units="cm"/>
      <inkml:brushProperty name="height" value="0.035" units="cm"/>
      <inkml:brushProperty name="color" value="#33CCFF"/>
    </inkml:brush>
  </inkml:definitions>
  <inkml:trace contextRef="#ctx0" brushRef="#br0">0 0 24575,'5'6'0,"8"1"0,1 5 0,4 7 0,4-1 0,-1 3 0,1 2 0,-3 4 0,0-4 0,3 6 0,-2 4 0,0-5 0,-3-1 0,-4 1 0,-5 0 0,-3 1 0,-3-4-8191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3T20:45:40.704"/>
    </inkml:context>
    <inkml:brush xml:id="br0">
      <inkml:brushProperty name="width" value="0.035" units="cm"/>
      <inkml:brushProperty name="height" value="0.035" units="cm"/>
      <inkml:brushProperty name="color" value="#33CCFF"/>
    </inkml:brush>
  </inkml:definitions>
  <inkml:trace contextRef="#ctx0" brushRef="#br0">1319 1 24117,'-1318'160'0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3T20:45:44.662"/>
    </inkml:context>
    <inkml:brush xml:id="br0">
      <inkml:brushProperty name="width" value="0.035" units="cm"/>
      <inkml:brushProperty name="height" value="0.035" units="cm"/>
      <inkml:brushProperty name="color" value="#33CCFF"/>
    </inkml:brush>
  </inkml:definitions>
  <inkml:trace contextRef="#ctx0" brushRef="#br0">0 0 24575,'0'0'-8191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3T20:45:51.541"/>
    </inkml:context>
    <inkml:brush xml:id="br0">
      <inkml:brushProperty name="width" value="0.035" units="cm"/>
      <inkml:brushProperty name="height" value="0.035" units="cm"/>
      <inkml:brushProperty name="color" value="#33CCFF"/>
    </inkml:brush>
  </inkml:definitions>
  <inkml:trace contextRef="#ctx0" brushRef="#br0">0 0 24575,'2'36'0,"1"0"0,3 0 0,0-1 0,22 67 0,-8-50 0,-14-39 0,0 0 0,-2 0 0,1 1 0,3 26 0,-4 96-518,-5-116-329,1 8-5979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3T20:45:55.276"/>
    </inkml:context>
    <inkml:brush xml:id="br0">
      <inkml:brushProperty name="width" value="0.035" units="cm"/>
      <inkml:brushProperty name="height" value="0.035" units="cm"/>
      <inkml:brushProperty name="color" value="#33CCFF"/>
    </inkml:brush>
  </inkml:definitions>
  <inkml:trace contextRef="#ctx0" brushRef="#br0">844 1005 24575,'0'-581'0,"-2"554"0,-1 0 0,-12-49 0,2 13 0,11 54 0,0-1 0,-1 1 0,-1 0 0,1 0 0,-1 0 0,-1 0 0,0 1 0,0-1 0,-1 1 0,-11-12 0,-1 1 0,0 1 0,-38-28 0,48 41 0,0 0 0,-1 1 0,1 0 0,-1 0 0,0 1 0,0 0 0,0 0 0,0 1 0,-1 0 0,-15 0 0,-13 0 0,-52 5 0,29 0 0,37-2 0,0 0 0,0 2 0,-33 7 0,48-8 0,-1 1 0,1 0 0,0 1 0,0 0 0,0 0 0,1 1 0,0 0 0,-1 1 0,2-1 0,-1 2 0,-7 7 0,6-6 0,1-1 0,-1 1 0,-12 7 0,16-13 0,0 1 0,1 0 0,-1 0 0,1 0 0,0 0 0,0 1 0,0 0 0,0 0 0,1 0 0,0 0 0,-1 0 0,2 1 0,-1 0 0,0-1 0,1 1 0,0 0 0,0 0 0,-2 8 0,0 25 0,2 1 0,1 0 0,5 43 0,-1 8 0,-1-59 0,0 0 0,2 0 0,2-1 0,1 0 0,1 0 0,1 0 0,17 35 0,-17-39 0,-1 0 0,-2 1 0,0 0 0,2 37 0,-8-62 0,3 15 0,1-1 0,0 0 0,1 0 0,8 16 0,-6-17 0,-1 1 0,-1 0 0,6 32 0,-9-22 0,2-1 0,1 0 0,0 0 0,2-1 0,14 35 0,-16-48-273,-2 0 0,1 0 0,-1 1 0,2 18 0,-2-5-6553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3T20:46:07.781"/>
    </inkml:context>
    <inkml:brush xml:id="br0">
      <inkml:brushProperty name="width" value="0.035" units="cm"/>
      <inkml:brushProperty name="height" value="0.035" units="cm"/>
      <inkml:brushProperty name="color" value="#33CCFF"/>
    </inkml:brush>
  </inkml:definitions>
  <inkml:trace contextRef="#ctx0" brushRef="#br0">187 0 24575,'-2'18'0,"-1"-1"0,-1 0 0,0 0 0,-1 0 0,-13 29 0,10-24 0,-32 74 0,18-43 0,-23 76 0,40-103 0,1-1 0,1 1 0,1 43 0,2-40 0,-1 1 0,-7 42 0,1-40-1365,2-5-5461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3T20:46:03.871"/>
    </inkml:context>
    <inkml:brush xml:id="br0">
      <inkml:brushProperty name="width" value="0.035" units="cm"/>
      <inkml:brushProperty name="height" value="0.035" units="cm"/>
      <inkml:brushProperty name="color" value="#33CCFF"/>
    </inkml:brush>
  </inkml:definitions>
  <inkml:trace contextRef="#ctx0" brushRef="#br0">0 1 24575,'0'0'0,"0"5"0,0 8 0,0 6 0,0 6 0,0-1-8191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3T20:46:06.284"/>
    </inkml:context>
    <inkml:brush xml:id="br0">
      <inkml:brushProperty name="width" value="0.035" units="cm"/>
      <inkml:brushProperty name="height" value="0.035" units="cm"/>
      <inkml:brushProperty name="color" value="#33CCFF"/>
    </inkml:brush>
  </inkml:definitions>
  <inkml:trace contextRef="#ctx0" brushRef="#br0">0 0 24575,'0'6'0,"0"6"0,0 8 0,0 5 0,0 5 0,0 1 0,0 2 0,0 1 0,0-1 0,0 1 0,0-1 0,0 0 0,0-1 0,0 0 0,0 0 0,0-5-8191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3T20:46:17.394"/>
    </inkml:context>
    <inkml:brush xml:id="br0">
      <inkml:brushProperty name="width" value="0.035" units="cm"/>
      <inkml:brushProperty name="height" value="0.035" units="cm"/>
      <inkml:brushProperty name="color" value="#33CCFF"/>
    </inkml:brush>
  </inkml:definitions>
  <inkml:trace contextRef="#ctx0" brushRef="#br0">366 2272 24575,'0'-453'0,"1"438"0,1 0 0,1 0 0,0 0 0,1 0 0,1 0 0,0 1 0,1 0 0,13-23 0,-11 21 0,0-1 0,-1 1 0,0-1 0,-2-1 0,7-30 0,11-95 0,-13 87 0,5-21 0,-8 41 0,-1 1 0,-1-1 0,-3 0 0,-3-71 0,0 54 0,1 35 0,-2 0 0,0 1 0,-1 0 0,-1 0 0,-1 0 0,-10-27 0,-52-91 0,45 97 0,-20-58 0,8 17 0,-25-25 0,-3-4 0,49 85 0,0 0 0,-1 2 0,-1-1 0,-1 2 0,-35-34 0,28 23 0,21 28 0,0-1 0,0 0 0,0 1 0,-1 0 0,1-1 0,-1 1 0,0 0 0,0 0 0,0 0 0,0 1 0,-1-1 0,1 1 0,-1 0 0,1 0 0,-1 0 0,-5-2 0,9 4 0,-1 0 0,1 0 0,0 0 0,-1 0 0,1 0 0,0 0 0,-1 0 0,1 0 0,0 0 0,0 0 0,-1 0 0,1 0 0,0 0 0,-1 0 0,1 0 0,0 0 0,0 1 0,-1-1 0,1 0 0,0 0 0,-1 0 0,1 0 0,0 1 0,0-1 0,0 0 0,-1 0 0,1 1 0,0-1 0,0 0 0,0 0 0,0 1 0,-1-1 0,1 0 0,0 0 0,0 1 0,1 14 0,11 20 0,-11-31 0,10 25 0,-6-14 0,0-1 0,1 0 0,13 22 0,42 74 0,-17-25 0,-28-55 0,22 63 0,-9-20 0,-17-42 0,-8-20 0,0-1 0,1 0 0,0 0 0,0 0 0,1 0 0,14 16 0,17 14 0,2 2 0,66 90 0,-96-117 0,-1 0 0,-1 0 0,-1 1 0,8 27 0,12 71 0,-15-54 0,-2-14 0,-3 0 0,2 57 0,-10 96 0,0-67 0,2-102 0,-2-1 0,-1 1 0,-7 35 0,6-48 0,-1 0 0,-1 0 0,-1 0 0,0-1 0,-1 0 0,-17 25 0,9-16-151,1 0-1,1 1 0,1 1 0,1 0 1,2 0-1,0 1 0,2 0 1,-6 41-1,11-42-6674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3T20:47:23.548"/>
    </inkml:context>
    <inkml:brush xml:id="br0">
      <inkml:brushProperty name="width" value="0.035" units="cm"/>
      <inkml:brushProperty name="height" value="0.035" units="cm"/>
      <inkml:brushProperty name="color" value="#66CC00"/>
    </inkml:brush>
  </inkml:definitions>
  <inkml:trace contextRef="#ctx0" brushRef="#br0">1 1 24575,'0'612'-1365,"0"-585"-5461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3T20:47:25.525"/>
    </inkml:context>
    <inkml:brush xml:id="br0">
      <inkml:brushProperty name="width" value="0.035" units="cm"/>
      <inkml:brushProperty name="height" value="0.035" units="cm"/>
      <inkml:brushProperty name="color" value="#66CC00"/>
    </inkml:brush>
  </inkml:definitions>
  <inkml:trace contextRef="#ctx0" brushRef="#br0">193 0 24119,'-192'805'0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3T20:47:27.259"/>
    </inkml:context>
    <inkml:brush xml:id="br0">
      <inkml:brushProperty name="width" value="0.035" units="cm"/>
      <inkml:brushProperty name="height" value="0.035" units="cm"/>
      <inkml:brushProperty name="color" value="#66CC00"/>
    </inkml:brush>
  </inkml:definitions>
  <inkml:trace contextRef="#ctx0" brushRef="#br0">336 1 24575,'-2'29'0,"0"1"0,-2 0 0,-12 51 0,-37 85 0,2-5 0,23-55 0,-30 123 0,49-188 0,-38 149 0,39-156 0,-7 49 0,3-15 0,5-26 0,3 1 0,0 44 0,-1 5 0,1-66-1365,-3-5-5461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3T20:48:27.118"/>
    </inkml:context>
    <inkml:brush xml:id="br0">
      <inkml:brushProperty name="width" value="0.035" units="cm"/>
      <inkml:brushProperty name="height" value="0.035" units="cm"/>
      <inkml:brushProperty name="color" value="#66CC00"/>
    </inkml:brush>
  </inkml:definitions>
  <inkml:trace contextRef="#ctx0" brushRef="#br0">0 1 24575,'0'0'-8191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68629F-564A-4B1F-8895-E8BABA7F5E2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B520F9E-3A68-C2E6-97AF-BE6B8E53621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5E10D1-DD6A-8995-B750-7C858F4606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52910E-7853-42B9-AE09-83A028DD2DC6}" type="datetimeFigureOut">
              <a:rPr lang="en-US" smtClean="0"/>
              <a:t>1/17/2026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804DEC2-D501-B90A-6ADD-D777110768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A752A09-F086-BA2C-925F-E2412FA104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DDB391-00B9-4C38-BDAA-F0D3DDCED8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454000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4F1323-1D36-FE8D-0E5B-0B1F7895A0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68AFE6-9352-5C97-0786-5EF55F7A1D0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50B44B-1EC4-7198-4B22-35E1ED4192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52910E-7853-42B9-AE09-83A028DD2DC6}" type="datetimeFigureOut">
              <a:rPr lang="en-US" smtClean="0"/>
              <a:t>1/17/2026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266B980-ECE6-65ED-1793-1EB9AFFDBA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F51C909-6A95-2FE5-6EE4-084929B3E2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DDB391-00B9-4C38-BDAA-F0D3DDCED8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07824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3C1633-7081-1029-0F79-A055D81386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7F524EC-1353-B06A-6A36-3206EA52056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3348FBF-E232-AA8B-05B4-AC8952D13C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52910E-7853-42B9-AE09-83A028DD2DC6}" type="datetimeFigureOut">
              <a:rPr lang="en-US" smtClean="0"/>
              <a:t>1/17/2026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1662457-30AC-5529-C407-FFB19938EE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92EC328-CFF3-6F8A-38EA-26F88D1ABD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DDB391-00B9-4C38-BDAA-F0D3DDCED8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38478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C5C9A7-A240-511A-AB16-5D6447E660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0BBFDC-B0EE-B9AE-FE87-DAC9412C52B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6405713-6A51-3014-702A-20354F1AA88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4AAC243-860F-60D8-029F-AFCE47B608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52910E-7853-42B9-AE09-83A028DD2DC6}" type="datetimeFigureOut">
              <a:rPr lang="en-US" smtClean="0"/>
              <a:t>1/17/2026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B3E08FE-128E-2F86-F1EF-4C54134608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FE03B8C-6CC3-38EE-13EC-0FD66D9B30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DDB391-00B9-4C38-BDAA-F0D3DDCED8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25188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2C51A1-6216-199F-85A5-F0AEB82EDF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C4E0530-F851-A8DC-83F4-02F3F85C454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993AE06-97D4-1FB1-9B84-BDCA1A2C7D7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B2E29B3-AAEF-509A-92C8-4B29770F1A1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B611354-FC96-C2D8-79CB-2BB3CDAC45B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8C83B69-27FC-70A7-002C-4551AC26D8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52910E-7853-42B9-AE09-83A028DD2DC6}" type="datetimeFigureOut">
              <a:rPr lang="en-US" smtClean="0"/>
              <a:t>1/17/2026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6CEFE5B-1EEA-61E0-E837-A5EE5E2EEE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38E2EF6-E7E5-3F4E-D2C7-5F5709EB8A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DDB391-00B9-4C38-BDAA-F0D3DDCED8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378328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A359C6-3FEA-AA56-726C-2B1DA4F269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69D825E-F2D6-9263-1D17-68C295B65C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52910E-7853-42B9-AE09-83A028DD2DC6}" type="datetimeFigureOut">
              <a:rPr lang="en-US" smtClean="0"/>
              <a:t>1/17/2026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BBEB0F3-F65C-3F0A-0118-75F443EF55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1F0B615-608B-C55F-E2A5-CDD35DE42B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DDB391-00B9-4C38-BDAA-F0D3DDCED8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491090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6C45E44-EF61-906B-9A53-10507F29EA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52910E-7853-42B9-AE09-83A028DD2DC6}" type="datetimeFigureOut">
              <a:rPr lang="en-US" smtClean="0"/>
              <a:t>1/17/2026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7B58264-25F0-3C7C-B8EF-AE935BB431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B87EF8A-DC5D-C248-FA86-811616C603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DDB391-00B9-4C38-BDAA-F0D3DDCED8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369088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BCD215-60D1-62D3-E567-7CE5F6AD35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D77A88-2F05-B86A-D641-B460FFEC778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C6C24FC-CD0C-88EE-5EC0-5B33E0D35E6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D3430DE-0249-2CBF-83D3-2C3E59CA44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52910E-7853-42B9-AE09-83A028DD2DC6}" type="datetimeFigureOut">
              <a:rPr lang="en-US" smtClean="0"/>
              <a:t>1/17/2026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D828504-023D-4F46-6AEC-50BFBBFC7F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8ADC2AC-05A5-2128-5667-19B3A7E8EA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DDB391-00B9-4C38-BDAA-F0D3DDCED8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76495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2C9915-ED8E-E97A-397F-F156FE5A5A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124B9BF-421C-AC81-7229-C43463747E7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80A8377-6136-56AF-4DDA-920E126F86F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038DC00-52AD-5A39-CD5F-0E747B449E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52910E-7853-42B9-AE09-83A028DD2DC6}" type="datetimeFigureOut">
              <a:rPr lang="en-US" smtClean="0"/>
              <a:t>1/17/2026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8683D54-BBAD-52D9-00C7-14E016E28E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A630FAC-9F63-FB17-22BB-107AEDE308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DDB391-00B9-4C38-BDAA-F0D3DDCED8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92574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300FE3-97A9-49C2-A606-C66A1E0E6C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33DF12B-70EF-D168-BAC4-15A89E2D5D7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173BD14-2213-7088-6949-F5CC7A39A7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52910E-7853-42B9-AE09-83A028DD2DC6}" type="datetimeFigureOut">
              <a:rPr lang="en-US" smtClean="0"/>
              <a:t>1/17/2026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864D53C-3B40-A873-CFC1-CD0882A552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04F6856-3109-972B-48E1-8DA8B34C1E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DDB391-00B9-4C38-BDAA-F0D3DDCED8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220325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1F55240-0BFD-6089-9315-F23D4F8BC8F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597965C-C783-04B6-74C7-FFD08A726D9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77D0E21-EE9D-77E8-C412-7F41B3452F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52910E-7853-42B9-AE09-83A028DD2DC6}" type="datetimeFigureOut">
              <a:rPr lang="en-US" smtClean="0"/>
              <a:t>1/17/2026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7D4AF87-8C16-318F-34E8-353DE42C61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2B9A714-8E3F-877E-2B8D-47D200EB4B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DDB391-00B9-4C38-BDAA-F0D3DDCED8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97225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45FFCC5-47F9-8360-8474-F7D8A1EA84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011A454-3A5E-857E-D079-2CB341BC223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E9AA6CB-DF49-F736-581C-0367F25E11A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952910E-7853-42B9-AE09-83A028DD2DC6}" type="datetimeFigureOut">
              <a:rPr lang="en-US" smtClean="0"/>
              <a:t>1/17/2026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B52E9F4-E833-98E2-5AC6-5DC3D88C8EB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761A41E-4C29-7752-0B0B-EA0AA0D5A33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DDDB391-00B9-4C38-BDAA-F0D3DDCED836}" type="slidenum">
              <a:rPr lang="en-US" smtClean="0"/>
              <a:t>‹#›</a:t>
            </a:fld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97CE492-CF98-FC04-0065-831420FAFA55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11334750" y="6642100"/>
            <a:ext cx="828675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US" sz="1000">
                <a:solidFill>
                  <a:srgbClr val="000000">
                    <a:alpha val="5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Confidential C</a:t>
            </a:r>
          </a:p>
        </p:txBody>
      </p:sp>
    </p:spTree>
    <p:extLst>
      <p:ext uri="{BB962C8B-B14F-4D97-AF65-F5344CB8AC3E}">
        <p14:creationId xmlns:p14="http://schemas.microsoft.com/office/powerpoint/2010/main" val="36782067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3" Type="http://schemas.openxmlformats.org/officeDocument/2006/relationships/customXml" Target="../ink/ink5.xml"/><Relationship Id="rId18" Type="http://schemas.openxmlformats.org/officeDocument/2006/relationships/image" Target="../media/image10.png"/><Relationship Id="rId26" Type="http://schemas.openxmlformats.org/officeDocument/2006/relationships/customXml" Target="../ink/ink12.xml"/><Relationship Id="rId39" Type="http://schemas.openxmlformats.org/officeDocument/2006/relationships/image" Target="../media/image20.png"/><Relationship Id="rId21" Type="http://schemas.openxmlformats.org/officeDocument/2006/relationships/customXml" Target="../ink/ink9.xml"/><Relationship Id="rId34" Type="http://schemas.openxmlformats.org/officeDocument/2006/relationships/customXml" Target="../ink/ink16.xml"/><Relationship Id="rId42" Type="http://schemas.openxmlformats.org/officeDocument/2006/relationships/customXml" Target="../ink/ink20.xml"/><Relationship Id="rId47" Type="http://schemas.openxmlformats.org/officeDocument/2006/relationships/image" Target="../media/image24.png"/><Relationship Id="rId50" Type="http://schemas.openxmlformats.org/officeDocument/2006/relationships/customXml" Target="../ink/ink24.xml"/><Relationship Id="rId7" Type="http://schemas.openxmlformats.org/officeDocument/2006/relationships/customXml" Target="../ink/ink2.xml"/><Relationship Id="rId2" Type="http://schemas.openxmlformats.org/officeDocument/2006/relationships/image" Target="../media/image1.png"/><Relationship Id="rId16" Type="http://schemas.openxmlformats.org/officeDocument/2006/relationships/image" Target="../media/image9.png"/><Relationship Id="rId29" Type="http://schemas.openxmlformats.org/officeDocument/2006/relationships/image" Target="../media/image15.png"/><Relationship Id="rId11" Type="http://schemas.openxmlformats.org/officeDocument/2006/relationships/customXml" Target="../ink/ink4.xml"/><Relationship Id="rId24" Type="http://schemas.openxmlformats.org/officeDocument/2006/relationships/customXml" Target="../ink/ink11.xml"/><Relationship Id="rId32" Type="http://schemas.openxmlformats.org/officeDocument/2006/relationships/customXml" Target="../ink/ink15.xml"/><Relationship Id="rId37" Type="http://schemas.openxmlformats.org/officeDocument/2006/relationships/image" Target="../media/image19.png"/><Relationship Id="rId40" Type="http://schemas.openxmlformats.org/officeDocument/2006/relationships/customXml" Target="../ink/ink19.xml"/><Relationship Id="rId45" Type="http://schemas.openxmlformats.org/officeDocument/2006/relationships/image" Target="../media/image23.png"/><Relationship Id="rId5" Type="http://schemas.openxmlformats.org/officeDocument/2006/relationships/customXml" Target="../ink/ink1.xml"/><Relationship Id="rId15" Type="http://schemas.openxmlformats.org/officeDocument/2006/relationships/customXml" Target="../ink/ink6.xml"/><Relationship Id="rId23" Type="http://schemas.openxmlformats.org/officeDocument/2006/relationships/image" Target="../media/image12.png"/><Relationship Id="rId28" Type="http://schemas.openxmlformats.org/officeDocument/2006/relationships/customXml" Target="../ink/ink13.xml"/><Relationship Id="rId36" Type="http://schemas.openxmlformats.org/officeDocument/2006/relationships/customXml" Target="../ink/ink17.xml"/><Relationship Id="rId49" Type="http://schemas.openxmlformats.org/officeDocument/2006/relationships/image" Target="../media/image25.png"/><Relationship Id="rId10" Type="http://schemas.openxmlformats.org/officeDocument/2006/relationships/image" Target="../media/image6.png"/><Relationship Id="rId19" Type="http://schemas.openxmlformats.org/officeDocument/2006/relationships/customXml" Target="../ink/ink8.xml"/><Relationship Id="rId31" Type="http://schemas.openxmlformats.org/officeDocument/2006/relationships/image" Target="../media/image16.png"/><Relationship Id="rId44" Type="http://schemas.openxmlformats.org/officeDocument/2006/relationships/customXml" Target="../ink/ink21.xml"/><Relationship Id="rId4" Type="http://schemas.openxmlformats.org/officeDocument/2006/relationships/image" Target="../media/image3.png"/><Relationship Id="rId9" Type="http://schemas.openxmlformats.org/officeDocument/2006/relationships/customXml" Target="../ink/ink3.xml"/><Relationship Id="rId14" Type="http://schemas.openxmlformats.org/officeDocument/2006/relationships/image" Target="../media/image8.png"/><Relationship Id="rId22" Type="http://schemas.openxmlformats.org/officeDocument/2006/relationships/customXml" Target="../ink/ink10.xml"/><Relationship Id="rId27" Type="http://schemas.openxmlformats.org/officeDocument/2006/relationships/image" Target="../media/image14.png"/><Relationship Id="rId30" Type="http://schemas.openxmlformats.org/officeDocument/2006/relationships/customXml" Target="../ink/ink14.xml"/><Relationship Id="rId35" Type="http://schemas.openxmlformats.org/officeDocument/2006/relationships/image" Target="../media/image18.png"/><Relationship Id="rId43" Type="http://schemas.openxmlformats.org/officeDocument/2006/relationships/image" Target="../media/image22.png"/><Relationship Id="rId48" Type="http://schemas.openxmlformats.org/officeDocument/2006/relationships/customXml" Target="../ink/ink23.xml"/><Relationship Id="rId8" Type="http://schemas.openxmlformats.org/officeDocument/2006/relationships/image" Target="../media/image5.png"/><Relationship Id="rId51" Type="http://schemas.openxmlformats.org/officeDocument/2006/relationships/image" Target="../media/image26.png"/><Relationship Id="rId3" Type="http://schemas.openxmlformats.org/officeDocument/2006/relationships/image" Target="../media/image2.png"/><Relationship Id="rId12" Type="http://schemas.openxmlformats.org/officeDocument/2006/relationships/image" Target="../media/image7.png"/><Relationship Id="rId17" Type="http://schemas.openxmlformats.org/officeDocument/2006/relationships/customXml" Target="../ink/ink7.xml"/><Relationship Id="rId25" Type="http://schemas.openxmlformats.org/officeDocument/2006/relationships/image" Target="../media/image13.png"/><Relationship Id="rId33" Type="http://schemas.openxmlformats.org/officeDocument/2006/relationships/image" Target="../media/image17.png"/><Relationship Id="rId38" Type="http://schemas.openxmlformats.org/officeDocument/2006/relationships/customXml" Target="../ink/ink18.xml"/><Relationship Id="rId46" Type="http://schemas.openxmlformats.org/officeDocument/2006/relationships/customXml" Target="../ink/ink22.xml"/><Relationship Id="rId20" Type="http://schemas.openxmlformats.org/officeDocument/2006/relationships/image" Target="../media/image11.png"/><Relationship Id="rId41" Type="http://schemas.openxmlformats.org/officeDocument/2006/relationships/image" Target="../media/image2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D1134A08-7568-6835-F91A-4D248596756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0306" y="2412254"/>
            <a:ext cx="2438611" cy="1234547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F44FBE0B-05CD-DFFA-02E0-EDE314DFBC8B}"/>
              </a:ext>
            </a:extLst>
          </p:cNvPr>
          <p:cNvSpPr txBox="1"/>
          <p:nvPr/>
        </p:nvSpPr>
        <p:spPr>
          <a:xfrm>
            <a:off x="971587" y="1429328"/>
            <a:ext cx="99065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Tny_264</a:t>
            </a:r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DF6ABF61-865A-127C-4671-C88A6DDDFC9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48856" y="2305565"/>
            <a:ext cx="2263336" cy="1341236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53FAD7B3-D723-D955-E2A1-D561857E589D}"/>
              </a:ext>
            </a:extLst>
          </p:cNvPr>
          <p:cNvSpPr txBox="1"/>
          <p:nvPr/>
        </p:nvSpPr>
        <p:spPr>
          <a:xfrm>
            <a:off x="3777967" y="1647660"/>
            <a:ext cx="99065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Tny_280</a:t>
            </a:r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749CF33-D983-4A92-5B02-0E4016C8AAC9}"/>
              </a:ext>
            </a:extLst>
          </p:cNvPr>
          <p:cNvSpPr txBox="1"/>
          <p:nvPr/>
        </p:nvSpPr>
        <p:spPr>
          <a:xfrm>
            <a:off x="679608" y="3638095"/>
            <a:ext cx="14026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Tny_264 Flip</a:t>
            </a:r>
            <a:endParaRPr lang="en-US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5E6743A6-0235-FEBE-8A39-C6198E19C96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flipH="1">
            <a:off x="0" y="3931270"/>
            <a:ext cx="2438611" cy="1234547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C7CE9E7C-04B4-232E-C257-72B9B9C0AF4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5400000">
            <a:off x="5481647" y="1974087"/>
            <a:ext cx="3193348" cy="2909826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1698D08A-C2FE-F210-C11D-3A228123363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5400000">
            <a:off x="8668170" y="1786007"/>
            <a:ext cx="3193348" cy="2909826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9BE63512-00D2-6AD4-6EC5-E41BE230FF5C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50000"/>
          </a:blip>
          <a:srcRect l="8952" t="8642" r="33111" b="12675"/>
          <a:stretch>
            <a:fillRect/>
          </a:stretch>
        </p:blipFill>
        <p:spPr>
          <a:xfrm flipH="1">
            <a:off x="9377510" y="2220386"/>
            <a:ext cx="2240307" cy="1540262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17" name="Ink 16">
                <a:extLst>
                  <a:ext uri="{FF2B5EF4-FFF2-40B4-BE49-F238E27FC236}">
                    <a16:creationId xmlns:a16="http://schemas.microsoft.com/office/drawing/2014/main" id="{11F68C00-DCAC-7A5D-B4FB-34038FD6B109}"/>
                  </a:ext>
                </a:extLst>
              </p14:cNvPr>
              <p14:cNvContentPartPr/>
              <p14:nvPr/>
            </p14:nvContentPartPr>
            <p14:xfrm>
              <a:off x="10952326" y="4032430"/>
              <a:ext cx="240120" cy="17280"/>
            </p14:xfrm>
          </p:contentPart>
        </mc:Choice>
        <mc:Fallback xmlns="">
          <p:pic>
            <p:nvPicPr>
              <p:cNvPr id="17" name="Ink 16">
                <a:extLst>
                  <a:ext uri="{FF2B5EF4-FFF2-40B4-BE49-F238E27FC236}">
                    <a16:creationId xmlns:a16="http://schemas.microsoft.com/office/drawing/2014/main" id="{11F68C00-DCAC-7A5D-B4FB-34038FD6B109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10946206" y="4026310"/>
                <a:ext cx="252360" cy="29520"/>
              </a:xfrm>
              <a:prstGeom prst="rect">
                <a:avLst/>
              </a:prstGeom>
            </p:spPr>
          </p:pic>
        </mc:Fallback>
      </mc:AlternateContent>
      <p:grpSp>
        <p:nvGrpSpPr>
          <p:cNvPr id="22" name="Group 21">
            <a:extLst>
              <a:ext uri="{FF2B5EF4-FFF2-40B4-BE49-F238E27FC236}">
                <a16:creationId xmlns:a16="http://schemas.microsoft.com/office/drawing/2014/main" id="{EAA68EA8-D619-1750-AAE2-9D561A036EB2}"/>
              </a:ext>
            </a:extLst>
          </p:cNvPr>
          <p:cNvGrpSpPr/>
          <p:nvPr/>
        </p:nvGrpSpPr>
        <p:grpSpPr>
          <a:xfrm>
            <a:off x="10999846" y="2428990"/>
            <a:ext cx="656640" cy="1651680"/>
            <a:chOff x="13948699" y="2654842"/>
            <a:chExt cx="656640" cy="16516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7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B58A5722-FC04-E75E-C6D4-6ECF686FB88A}"/>
                    </a:ext>
                  </a:extLst>
                </p14:cNvPr>
                <p14:cNvContentPartPr/>
                <p14:nvPr/>
              </p14:nvContentPartPr>
              <p14:xfrm>
                <a:off x="14252899" y="4098802"/>
                <a:ext cx="277920" cy="139680"/>
              </p14:xfrm>
            </p:contentPart>
          </mc:Choice>
          <mc:Fallback xmlns=""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B58A5722-FC04-E75E-C6D4-6ECF686FB88A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14246779" y="4092682"/>
                  <a:ext cx="290160" cy="151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9817DF1D-944A-D3AA-CA9D-3EFFE016F7E5}"/>
                    </a:ext>
                  </a:extLst>
                </p14:cNvPr>
                <p14:cNvContentPartPr/>
                <p14:nvPr/>
              </p14:nvContentPartPr>
              <p14:xfrm>
                <a:off x="14501659" y="4138402"/>
                <a:ext cx="103680" cy="41040"/>
              </p14:xfrm>
            </p:contentPart>
          </mc:Choice>
          <mc:Fallback xmlns=""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9817DF1D-944A-D3AA-CA9D-3EFFE016F7E5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14495539" y="4132282"/>
                  <a:ext cx="115920" cy="53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D7E64A8B-18AB-E4D9-A84E-B44A88CE42BB}"/>
                    </a:ext>
                  </a:extLst>
                </p14:cNvPr>
                <p14:cNvContentPartPr/>
                <p14:nvPr/>
              </p14:nvContentPartPr>
              <p14:xfrm>
                <a:off x="13948699" y="2654842"/>
                <a:ext cx="482760" cy="1651680"/>
              </p14:xfrm>
            </p:contentPart>
          </mc:Choice>
          <mc:Fallback xmlns=""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D7E64A8B-18AB-E4D9-A84E-B44A88CE42BB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13942579" y="2648722"/>
                  <a:ext cx="495000" cy="16639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3">
            <p14:nvContentPartPr>
              <p14:cNvPr id="23" name="Ink 22">
                <a:extLst>
                  <a:ext uri="{FF2B5EF4-FFF2-40B4-BE49-F238E27FC236}">
                    <a16:creationId xmlns:a16="http://schemas.microsoft.com/office/drawing/2014/main" id="{7A8ED126-4A41-03BA-A51E-5270ECE56340}"/>
                  </a:ext>
                </a:extLst>
              </p14:cNvPr>
              <p14:cNvContentPartPr/>
              <p14:nvPr/>
            </p14:nvContentPartPr>
            <p14:xfrm>
              <a:off x="10053046" y="3832630"/>
              <a:ext cx="448560" cy="98640"/>
            </p14:xfrm>
          </p:contentPart>
        </mc:Choice>
        <mc:Fallback xmlns="">
          <p:pic>
            <p:nvPicPr>
              <p:cNvPr id="23" name="Ink 22">
                <a:extLst>
                  <a:ext uri="{FF2B5EF4-FFF2-40B4-BE49-F238E27FC236}">
                    <a16:creationId xmlns:a16="http://schemas.microsoft.com/office/drawing/2014/main" id="{7A8ED126-4A41-03BA-A51E-5270ECE56340}"/>
                  </a:ext>
                </a:extLst>
              </p:cNvPr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10046926" y="3826510"/>
                <a:ext cx="460800" cy="110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">
            <p14:nvContentPartPr>
              <p14:cNvPr id="24" name="Ink 23">
                <a:extLst>
                  <a:ext uri="{FF2B5EF4-FFF2-40B4-BE49-F238E27FC236}">
                    <a16:creationId xmlns:a16="http://schemas.microsoft.com/office/drawing/2014/main" id="{CDA7C0DA-0DB7-5C5B-F406-EDA201A14DA7}"/>
                  </a:ext>
                </a:extLst>
              </p14:cNvPr>
              <p14:cNvContentPartPr/>
              <p14:nvPr/>
            </p14:nvContentPartPr>
            <p14:xfrm>
              <a:off x="10157806" y="3583870"/>
              <a:ext cx="938520" cy="482400"/>
            </p14:xfrm>
          </p:contentPart>
        </mc:Choice>
        <mc:Fallback xmlns="">
          <p:pic>
            <p:nvPicPr>
              <p:cNvPr id="24" name="Ink 23">
                <a:extLst>
                  <a:ext uri="{FF2B5EF4-FFF2-40B4-BE49-F238E27FC236}">
                    <a16:creationId xmlns:a16="http://schemas.microsoft.com/office/drawing/2014/main" id="{CDA7C0DA-0DB7-5C5B-F406-EDA201A14DA7}"/>
                  </a:ext>
                </a:extLst>
              </p:cNvPr>
              <p:cNvPicPr/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10151686" y="3577750"/>
                <a:ext cx="950760" cy="494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">
            <p14:nvContentPartPr>
              <p14:cNvPr id="25" name="Ink 24">
                <a:extLst>
                  <a:ext uri="{FF2B5EF4-FFF2-40B4-BE49-F238E27FC236}">
                    <a16:creationId xmlns:a16="http://schemas.microsoft.com/office/drawing/2014/main" id="{98C6FF77-3692-D3C5-1373-D211480D35F5}"/>
                  </a:ext>
                </a:extLst>
              </p14:cNvPr>
              <p14:cNvContentPartPr/>
              <p14:nvPr/>
            </p14:nvContentPartPr>
            <p14:xfrm>
              <a:off x="9571366" y="2131990"/>
              <a:ext cx="1360440" cy="699840"/>
            </p14:xfrm>
          </p:contentPart>
        </mc:Choice>
        <mc:Fallback xmlns="">
          <p:pic>
            <p:nvPicPr>
              <p:cNvPr id="25" name="Ink 24">
                <a:extLst>
                  <a:ext uri="{FF2B5EF4-FFF2-40B4-BE49-F238E27FC236}">
                    <a16:creationId xmlns:a16="http://schemas.microsoft.com/office/drawing/2014/main" id="{98C6FF77-3692-D3C5-1373-D211480D35F5}"/>
                  </a:ext>
                </a:extLst>
              </p:cNvPr>
              <p:cNvPicPr/>
              <p:nvPr/>
            </p:nvPicPr>
            <p:blipFill>
              <a:blip r:embed="rId18"/>
              <a:stretch>
                <a:fillRect/>
              </a:stretch>
            </p:blipFill>
            <p:spPr>
              <a:xfrm>
                <a:off x="9565246" y="2125870"/>
                <a:ext cx="1372680" cy="712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">
            <p14:nvContentPartPr>
              <p14:cNvPr id="26" name="Ink 25">
                <a:extLst>
                  <a:ext uri="{FF2B5EF4-FFF2-40B4-BE49-F238E27FC236}">
                    <a16:creationId xmlns:a16="http://schemas.microsoft.com/office/drawing/2014/main" id="{147A1C8D-97B0-EBB5-6C6C-2075AB3B4087}"/>
                  </a:ext>
                </a:extLst>
              </p14:cNvPr>
              <p14:cNvContentPartPr/>
              <p14:nvPr/>
            </p14:nvContentPartPr>
            <p14:xfrm>
              <a:off x="3130865" y="3190794"/>
              <a:ext cx="360" cy="360"/>
            </p14:xfrm>
          </p:contentPart>
        </mc:Choice>
        <mc:Fallback xmlns="">
          <p:pic>
            <p:nvPicPr>
              <p:cNvPr id="26" name="Ink 25">
                <a:extLst>
                  <a:ext uri="{FF2B5EF4-FFF2-40B4-BE49-F238E27FC236}">
                    <a16:creationId xmlns:a16="http://schemas.microsoft.com/office/drawing/2014/main" id="{147A1C8D-97B0-EBB5-6C6C-2075AB3B4087}"/>
                  </a:ext>
                </a:extLst>
              </p:cNvPr>
              <p:cNvPicPr/>
              <p:nvPr/>
            </p:nvPicPr>
            <p:blipFill>
              <a:blip r:embed="rId20"/>
              <a:stretch>
                <a:fillRect/>
              </a:stretch>
            </p:blipFill>
            <p:spPr>
              <a:xfrm>
                <a:off x="3124745" y="3184674"/>
                <a:ext cx="12600" cy="1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1">
            <p14:nvContentPartPr>
              <p14:cNvPr id="27" name="Ink 26">
                <a:extLst>
                  <a:ext uri="{FF2B5EF4-FFF2-40B4-BE49-F238E27FC236}">
                    <a16:creationId xmlns:a16="http://schemas.microsoft.com/office/drawing/2014/main" id="{48EF81DC-2833-666B-87BD-0298FA0B91EC}"/>
                  </a:ext>
                </a:extLst>
              </p14:cNvPr>
              <p14:cNvContentPartPr/>
              <p14:nvPr/>
            </p14:nvContentPartPr>
            <p14:xfrm>
              <a:off x="2848856" y="4650594"/>
              <a:ext cx="360" cy="360"/>
            </p14:xfrm>
          </p:contentPart>
        </mc:Choice>
        <mc:Fallback xmlns="">
          <p:pic>
            <p:nvPicPr>
              <p:cNvPr id="27" name="Ink 26">
                <a:extLst>
                  <a:ext uri="{FF2B5EF4-FFF2-40B4-BE49-F238E27FC236}">
                    <a16:creationId xmlns:a16="http://schemas.microsoft.com/office/drawing/2014/main" id="{48EF81DC-2833-666B-87BD-0298FA0B91EC}"/>
                  </a:ext>
                </a:extLst>
              </p:cNvPr>
              <p:cNvPicPr/>
              <p:nvPr/>
            </p:nvPicPr>
            <p:blipFill>
              <a:blip r:embed="rId20"/>
              <a:stretch>
                <a:fillRect/>
              </a:stretch>
            </p:blipFill>
            <p:spPr>
              <a:xfrm>
                <a:off x="2842736" y="4644474"/>
                <a:ext cx="12600" cy="12600"/>
              </a:xfrm>
              <a:prstGeom prst="rect">
                <a:avLst/>
              </a:prstGeom>
            </p:spPr>
          </p:pic>
        </mc:Fallback>
      </mc:AlternateContent>
      <p:pic>
        <p:nvPicPr>
          <p:cNvPr id="3" name="Picture 2">
            <a:extLst>
              <a:ext uri="{FF2B5EF4-FFF2-40B4-BE49-F238E27FC236}">
                <a16:creationId xmlns:a16="http://schemas.microsoft.com/office/drawing/2014/main" id="{D94DB88E-39BB-4A47-58DF-F77371CE5E2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0800000">
            <a:off x="0" y="5233268"/>
            <a:ext cx="2438611" cy="1234547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4B93E05A-43B1-9816-B77B-CDAB82CC3ABF}"/>
              </a:ext>
            </a:extLst>
          </p:cNvPr>
          <p:cNvSpPr txBox="1"/>
          <p:nvPr/>
        </p:nvSpPr>
        <p:spPr>
          <a:xfrm>
            <a:off x="971587" y="5048602"/>
            <a:ext cx="16019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264 </a:t>
            </a:r>
            <a:r>
              <a:rPr lang="fr-FR" dirty="0" err="1"/>
              <a:t>Rotat</a:t>
            </a:r>
            <a:r>
              <a:rPr lang="fr-FR" dirty="0"/>
              <a:t> 180</a:t>
            </a:r>
            <a:endParaRPr lang="en-US" dirty="0"/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D177E6CE-0D14-4AE9-968B-177AE6A56826}"/>
              </a:ext>
            </a:extLst>
          </p:cNvPr>
          <p:cNvCxnSpPr>
            <a:stCxn id="12" idx="1"/>
            <a:endCxn id="14" idx="0"/>
          </p:cNvCxnSpPr>
          <p:nvPr/>
        </p:nvCxnSpPr>
        <p:spPr>
          <a:xfrm flipV="1">
            <a:off x="2438611" y="3429000"/>
            <a:ext cx="6094623" cy="111954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3" name="Picture 12">
            <a:extLst>
              <a:ext uri="{FF2B5EF4-FFF2-40B4-BE49-F238E27FC236}">
                <a16:creationId xmlns:a16="http://schemas.microsoft.com/office/drawing/2014/main" id="{6CA9B731-3AB3-FBF6-D95B-3B848042461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5400000">
            <a:off x="3301932" y="5095082"/>
            <a:ext cx="2139769" cy="1949789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22">
            <p14:nvContentPartPr>
              <p14:cNvPr id="28" name="Ink 27">
                <a:extLst>
                  <a:ext uri="{FF2B5EF4-FFF2-40B4-BE49-F238E27FC236}">
                    <a16:creationId xmlns:a16="http://schemas.microsoft.com/office/drawing/2014/main" id="{C57BBB34-0CE5-F7B8-E25F-CD123DE4AF25}"/>
                  </a:ext>
                </a:extLst>
              </p14:cNvPr>
              <p14:cNvContentPartPr/>
              <p14:nvPr/>
            </p14:nvContentPartPr>
            <p14:xfrm>
              <a:off x="3599048" y="5520668"/>
              <a:ext cx="371160" cy="23760"/>
            </p14:xfrm>
          </p:contentPart>
        </mc:Choice>
        <mc:Fallback xmlns="">
          <p:pic>
            <p:nvPicPr>
              <p:cNvPr id="28" name="Ink 27">
                <a:extLst>
                  <a:ext uri="{FF2B5EF4-FFF2-40B4-BE49-F238E27FC236}">
                    <a16:creationId xmlns:a16="http://schemas.microsoft.com/office/drawing/2014/main" id="{C57BBB34-0CE5-F7B8-E25F-CD123DE4AF25}"/>
                  </a:ext>
                </a:extLst>
              </p:cNvPr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3592928" y="5514548"/>
                <a:ext cx="383400" cy="3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4">
            <p14:nvContentPartPr>
              <p14:cNvPr id="29" name="Ink 28">
                <a:extLst>
                  <a:ext uri="{FF2B5EF4-FFF2-40B4-BE49-F238E27FC236}">
                    <a16:creationId xmlns:a16="http://schemas.microsoft.com/office/drawing/2014/main" id="{C519B9DB-26B4-509F-B5D3-B1529A46275D}"/>
                  </a:ext>
                </a:extLst>
              </p14:cNvPr>
              <p14:cNvContentPartPr/>
              <p14:nvPr/>
            </p14:nvContentPartPr>
            <p14:xfrm>
              <a:off x="4130408" y="5474948"/>
              <a:ext cx="82800" cy="160560"/>
            </p14:xfrm>
          </p:contentPart>
        </mc:Choice>
        <mc:Fallback xmlns="">
          <p:pic>
            <p:nvPicPr>
              <p:cNvPr id="29" name="Ink 28">
                <a:extLst>
                  <a:ext uri="{FF2B5EF4-FFF2-40B4-BE49-F238E27FC236}">
                    <a16:creationId xmlns:a16="http://schemas.microsoft.com/office/drawing/2014/main" id="{C519B9DB-26B4-509F-B5D3-B1529A46275D}"/>
                  </a:ext>
                </a:extLst>
              </p:cNvPr>
              <p:cNvPicPr/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4124288" y="5468828"/>
                <a:ext cx="95040" cy="172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6">
            <p14:nvContentPartPr>
              <p14:cNvPr id="30" name="Ink 29">
                <a:extLst>
                  <a:ext uri="{FF2B5EF4-FFF2-40B4-BE49-F238E27FC236}">
                    <a16:creationId xmlns:a16="http://schemas.microsoft.com/office/drawing/2014/main" id="{690043B5-FFFB-8252-6B04-DB4135E1F406}"/>
                  </a:ext>
                </a:extLst>
              </p14:cNvPr>
              <p14:cNvContentPartPr/>
              <p14:nvPr/>
            </p14:nvContentPartPr>
            <p14:xfrm>
              <a:off x="4051208" y="5440028"/>
              <a:ext cx="93960" cy="138240"/>
            </p14:xfrm>
          </p:contentPart>
        </mc:Choice>
        <mc:Fallback xmlns="">
          <p:pic>
            <p:nvPicPr>
              <p:cNvPr id="30" name="Ink 29">
                <a:extLst>
                  <a:ext uri="{FF2B5EF4-FFF2-40B4-BE49-F238E27FC236}">
                    <a16:creationId xmlns:a16="http://schemas.microsoft.com/office/drawing/2014/main" id="{690043B5-FFFB-8252-6B04-DB4135E1F406}"/>
                  </a:ext>
                </a:extLst>
              </p:cNvPr>
              <p:cNvPicPr/>
              <p:nvPr/>
            </p:nvPicPr>
            <p:blipFill>
              <a:blip r:embed="rId27"/>
              <a:stretch>
                <a:fillRect/>
              </a:stretch>
            </p:blipFill>
            <p:spPr>
              <a:xfrm>
                <a:off x="4045088" y="5433908"/>
                <a:ext cx="106200" cy="150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8">
            <p14:nvContentPartPr>
              <p14:cNvPr id="32" name="Ink 31">
                <a:extLst>
                  <a:ext uri="{FF2B5EF4-FFF2-40B4-BE49-F238E27FC236}">
                    <a16:creationId xmlns:a16="http://schemas.microsoft.com/office/drawing/2014/main" id="{8C6E20DB-D0CA-24F6-90F4-B84FF416A66D}"/>
                  </a:ext>
                </a:extLst>
              </p14:cNvPr>
              <p14:cNvContentPartPr/>
              <p14:nvPr/>
            </p14:nvContentPartPr>
            <p14:xfrm>
              <a:off x="4247768" y="5544068"/>
              <a:ext cx="474840" cy="57960"/>
            </p14:xfrm>
          </p:contentPart>
        </mc:Choice>
        <mc:Fallback xmlns="">
          <p:pic>
            <p:nvPicPr>
              <p:cNvPr id="32" name="Ink 31">
                <a:extLst>
                  <a:ext uri="{FF2B5EF4-FFF2-40B4-BE49-F238E27FC236}">
                    <a16:creationId xmlns:a16="http://schemas.microsoft.com/office/drawing/2014/main" id="{8C6E20DB-D0CA-24F6-90F4-B84FF416A66D}"/>
                  </a:ext>
                </a:extLst>
              </p:cNvPr>
              <p:cNvPicPr/>
              <p:nvPr/>
            </p:nvPicPr>
            <p:blipFill>
              <a:blip r:embed="rId29"/>
              <a:stretch>
                <a:fillRect/>
              </a:stretch>
            </p:blipFill>
            <p:spPr>
              <a:xfrm>
                <a:off x="4241648" y="5537948"/>
                <a:ext cx="487080" cy="70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0">
            <p14:nvContentPartPr>
              <p14:cNvPr id="33" name="Ink 32">
                <a:extLst>
                  <a:ext uri="{FF2B5EF4-FFF2-40B4-BE49-F238E27FC236}">
                    <a16:creationId xmlns:a16="http://schemas.microsoft.com/office/drawing/2014/main" id="{2E239833-D4E0-5CE9-6802-F00E983CCAD8}"/>
                  </a:ext>
                </a:extLst>
              </p14:cNvPr>
              <p14:cNvContentPartPr/>
              <p14:nvPr/>
            </p14:nvContentPartPr>
            <p14:xfrm>
              <a:off x="6157568" y="6145988"/>
              <a:ext cx="360" cy="360"/>
            </p14:xfrm>
          </p:contentPart>
        </mc:Choice>
        <mc:Fallback xmlns="">
          <p:pic>
            <p:nvPicPr>
              <p:cNvPr id="33" name="Ink 32">
                <a:extLst>
                  <a:ext uri="{FF2B5EF4-FFF2-40B4-BE49-F238E27FC236}">
                    <a16:creationId xmlns:a16="http://schemas.microsoft.com/office/drawing/2014/main" id="{2E239833-D4E0-5CE9-6802-F00E983CCAD8}"/>
                  </a:ext>
                </a:extLst>
              </p:cNvPr>
              <p:cNvPicPr/>
              <p:nvPr/>
            </p:nvPicPr>
            <p:blipFill>
              <a:blip r:embed="rId31"/>
              <a:stretch>
                <a:fillRect/>
              </a:stretch>
            </p:blipFill>
            <p:spPr>
              <a:xfrm>
                <a:off x="6151448" y="6139868"/>
                <a:ext cx="12600" cy="1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2">
            <p14:nvContentPartPr>
              <p14:cNvPr id="34" name="Ink 33">
                <a:extLst>
                  <a:ext uri="{FF2B5EF4-FFF2-40B4-BE49-F238E27FC236}">
                    <a16:creationId xmlns:a16="http://schemas.microsoft.com/office/drawing/2014/main" id="{FDF7D326-9844-0F34-23CC-E13EF09DDF8D}"/>
                  </a:ext>
                </a:extLst>
              </p14:cNvPr>
              <p14:cNvContentPartPr/>
              <p14:nvPr/>
            </p14:nvContentPartPr>
            <p14:xfrm>
              <a:off x="4873088" y="6342908"/>
              <a:ext cx="35280" cy="207000"/>
            </p14:xfrm>
          </p:contentPart>
        </mc:Choice>
        <mc:Fallback xmlns="">
          <p:pic>
            <p:nvPicPr>
              <p:cNvPr id="34" name="Ink 33">
                <a:extLst>
                  <a:ext uri="{FF2B5EF4-FFF2-40B4-BE49-F238E27FC236}">
                    <a16:creationId xmlns:a16="http://schemas.microsoft.com/office/drawing/2014/main" id="{FDF7D326-9844-0F34-23CC-E13EF09DDF8D}"/>
                  </a:ext>
                </a:extLst>
              </p:cNvPr>
              <p:cNvPicPr/>
              <p:nvPr/>
            </p:nvPicPr>
            <p:blipFill>
              <a:blip r:embed="rId33"/>
              <a:stretch>
                <a:fillRect/>
              </a:stretch>
            </p:blipFill>
            <p:spPr>
              <a:xfrm>
                <a:off x="4866968" y="6336788"/>
                <a:ext cx="47520" cy="219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4">
            <p14:nvContentPartPr>
              <p14:cNvPr id="35" name="Ink 34">
                <a:extLst>
                  <a:ext uri="{FF2B5EF4-FFF2-40B4-BE49-F238E27FC236}">
                    <a16:creationId xmlns:a16="http://schemas.microsoft.com/office/drawing/2014/main" id="{116C42D4-8862-81A2-67D8-6E6DDEE320B9}"/>
                  </a:ext>
                </a:extLst>
              </p14:cNvPr>
              <p14:cNvContentPartPr/>
              <p14:nvPr/>
            </p14:nvContentPartPr>
            <p14:xfrm>
              <a:off x="4684808" y="6154988"/>
              <a:ext cx="303840" cy="510840"/>
            </p14:xfrm>
          </p:contentPart>
        </mc:Choice>
        <mc:Fallback xmlns="">
          <p:pic>
            <p:nvPicPr>
              <p:cNvPr id="35" name="Ink 34">
                <a:extLst>
                  <a:ext uri="{FF2B5EF4-FFF2-40B4-BE49-F238E27FC236}">
                    <a16:creationId xmlns:a16="http://schemas.microsoft.com/office/drawing/2014/main" id="{116C42D4-8862-81A2-67D8-6E6DDEE320B9}"/>
                  </a:ext>
                </a:extLst>
              </p:cNvPr>
              <p:cNvPicPr/>
              <p:nvPr/>
            </p:nvPicPr>
            <p:blipFill>
              <a:blip r:embed="rId35"/>
              <a:stretch>
                <a:fillRect/>
              </a:stretch>
            </p:blipFill>
            <p:spPr>
              <a:xfrm>
                <a:off x="4678688" y="6148868"/>
                <a:ext cx="316080" cy="523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6">
            <p14:nvContentPartPr>
              <p14:cNvPr id="38" name="Ink 37">
                <a:extLst>
                  <a:ext uri="{FF2B5EF4-FFF2-40B4-BE49-F238E27FC236}">
                    <a16:creationId xmlns:a16="http://schemas.microsoft.com/office/drawing/2014/main" id="{FC1EAD14-5DB9-5FA9-5B79-6A4B303020AE}"/>
                  </a:ext>
                </a:extLst>
              </p14:cNvPr>
              <p14:cNvContentPartPr/>
              <p14:nvPr/>
            </p14:nvContentPartPr>
            <p14:xfrm>
              <a:off x="3683288" y="6122948"/>
              <a:ext cx="67320" cy="276840"/>
            </p14:xfrm>
          </p:contentPart>
        </mc:Choice>
        <mc:Fallback xmlns="">
          <p:pic>
            <p:nvPicPr>
              <p:cNvPr id="38" name="Ink 37">
                <a:extLst>
                  <a:ext uri="{FF2B5EF4-FFF2-40B4-BE49-F238E27FC236}">
                    <a16:creationId xmlns:a16="http://schemas.microsoft.com/office/drawing/2014/main" id="{FC1EAD14-5DB9-5FA9-5B79-6A4B303020AE}"/>
                  </a:ext>
                </a:extLst>
              </p:cNvPr>
              <p:cNvPicPr/>
              <p:nvPr/>
            </p:nvPicPr>
            <p:blipFill>
              <a:blip r:embed="rId37"/>
              <a:stretch>
                <a:fillRect/>
              </a:stretch>
            </p:blipFill>
            <p:spPr>
              <a:xfrm>
                <a:off x="3677168" y="6116828"/>
                <a:ext cx="79560" cy="289080"/>
              </a:xfrm>
              <a:prstGeom prst="rect">
                <a:avLst/>
              </a:prstGeom>
            </p:spPr>
          </p:pic>
        </mc:Fallback>
      </mc:AlternateContent>
      <p:grpSp>
        <p:nvGrpSpPr>
          <p:cNvPr id="41" name="Group 40">
            <a:extLst>
              <a:ext uri="{FF2B5EF4-FFF2-40B4-BE49-F238E27FC236}">
                <a16:creationId xmlns:a16="http://schemas.microsoft.com/office/drawing/2014/main" id="{B9D7B028-BA79-A296-E9F8-684C672B27EB}"/>
              </a:ext>
            </a:extLst>
          </p:cNvPr>
          <p:cNvGrpSpPr/>
          <p:nvPr/>
        </p:nvGrpSpPr>
        <p:grpSpPr>
          <a:xfrm>
            <a:off x="3935288" y="6122948"/>
            <a:ext cx="267840" cy="912600"/>
            <a:chOff x="3935288" y="6122948"/>
            <a:chExt cx="267840" cy="9126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8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9CF00330-C3D0-E504-0E2D-70C58D9846E9}"/>
                    </a:ext>
                  </a:extLst>
                </p14:cNvPr>
                <p14:cNvContentPartPr/>
                <p14:nvPr/>
              </p14:nvContentPartPr>
              <p14:xfrm>
                <a:off x="3935288" y="6169388"/>
                <a:ext cx="360" cy="31320"/>
              </p14:xfrm>
            </p:contentPart>
          </mc:Choice>
          <mc:Fallback xmlns=""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9CF00330-C3D0-E504-0E2D-70C58D9846E9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3929168" y="6163268"/>
                  <a:ext cx="12600" cy="43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C1867337-91C9-A53F-CE28-FC6E328D6980}"/>
                    </a:ext>
                  </a:extLst>
                </p14:cNvPr>
                <p14:cNvContentPartPr/>
                <p14:nvPr/>
              </p14:nvContentPartPr>
              <p14:xfrm>
                <a:off x="3935288" y="6122948"/>
                <a:ext cx="360" cy="160920"/>
              </p14:xfrm>
            </p:contentPart>
          </mc:Choice>
          <mc:Fallback xmlns=""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C1867337-91C9-A53F-CE28-FC6E328D6980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3929168" y="6116828"/>
                  <a:ext cx="12600" cy="173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CEC0E8AF-5E5B-04FA-14D2-B573D9E4C453}"/>
                    </a:ext>
                  </a:extLst>
                </p14:cNvPr>
                <p14:cNvContentPartPr/>
                <p14:nvPr/>
              </p14:nvContentPartPr>
              <p14:xfrm>
                <a:off x="3988928" y="6207908"/>
                <a:ext cx="214200" cy="827640"/>
              </p14:xfrm>
            </p:contentPart>
          </mc:Choice>
          <mc:Fallback xmlns=""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CEC0E8AF-5E5B-04FA-14D2-B573D9E4C453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3982808" y="6201788"/>
                  <a:ext cx="226440" cy="839880"/>
                </a:xfrm>
                <a:prstGeom prst="rect">
                  <a:avLst/>
                </a:prstGeom>
              </p:spPr>
            </p:pic>
          </mc:Fallback>
        </mc:AlternateContent>
      </p:grpSp>
      <p:sp>
        <p:nvSpPr>
          <p:cNvPr id="42" name="TextBox 41">
            <a:extLst>
              <a:ext uri="{FF2B5EF4-FFF2-40B4-BE49-F238E27FC236}">
                <a16:creationId xmlns:a16="http://schemas.microsoft.com/office/drawing/2014/main" id="{6AD4A525-79C8-BC95-0B55-ACD090B56A1F}"/>
              </a:ext>
            </a:extLst>
          </p:cNvPr>
          <p:cNvSpPr txBox="1"/>
          <p:nvPr/>
        </p:nvSpPr>
        <p:spPr>
          <a:xfrm>
            <a:off x="5556092" y="5857754"/>
            <a:ext cx="240052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One line </a:t>
            </a:r>
            <a:r>
              <a:rPr lang="fr-FR" dirty="0" err="1"/>
              <a:t>only</a:t>
            </a:r>
            <a:r>
              <a:rPr lang="fr-FR" dirty="0"/>
              <a:t> 180 </a:t>
            </a:r>
            <a:r>
              <a:rPr lang="fr-FR" dirty="0" err="1"/>
              <a:t>fotat</a:t>
            </a:r>
            <a:endParaRPr lang="en-US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44">
            <p14:nvContentPartPr>
              <p14:cNvPr id="43" name="Ink 42">
                <a:extLst>
                  <a:ext uri="{FF2B5EF4-FFF2-40B4-BE49-F238E27FC236}">
                    <a16:creationId xmlns:a16="http://schemas.microsoft.com/office/drawing/2014/main" id="{549F0F76-F9EA-9411-BEF6-20516F35160E}"/>
                  </a:ext>
                </a:extLst>
              </p14:cNvPr>
              <p14:cNvContentPartPr/>
              <p14:nvPr/>
            </p14:nvContentPartPr>
            <p14:xfrm>
              <a:off x="4085408" y="5706068"/>
              <a:ext cx="360" cy="230400"/>
            </p14:xfrm>
          </p:contentPart>
        </mc:Choice>
        <mc:Fallback xmlns="">
          <p:pic>
            <p:nvPicPr>
              <p:cNvPr id="43" name="Ink 42">
                <a:extLst>
                  <a:ext uri="{FF2B5EF4-FFF2-40B4-BE49-F238E27FC236}">
                    <a16:creationId xmlns:a16="http://schemas.microsoft.com/office/drawing/2014/main" id="{549F0F76-F9EA-9411-BEF6-20516F35160E}"/>
                  </a:ext>
                </a:extLst>
              </p:cNvPr>
              <p:cNvPicPr/>
              <p:nvPr/>
            </p:nvPicPr>
            <p:blipFill>
              <a:blip r:embed="rId45"/>
              <a:stretch>
                <a:fillRect/>
              </a:stretch>
            </p:blipFill>
            <p:spPr>
              <a:xfrm>
                <a:off x="4079288" y="5699948"/>
                <a:ext cx="12600" cy="242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6">
            <p14:nvContentPartPr>
              <p14:cNvPr id="45" name="Ink 44">
                <a:extLst>
                  <a:ext uri="{FF2B5EF4-FFF2-40B4-BE49-F238E27FC236}">
                    <a16:creationId xmlns:a16="http://schemas.microsoft.com/office/drawing/2014/main" id="{92A5E4A9-7000-A7C0-9841-827BF7F5A169}"/>
                  </a:ext>
                </a:extLst>
              </p14:cNvPr>
              <p14:cNvContentPartPr/>
              <p14:nvPr/>
            </p14:nvContentPartPr>
            <p14:xfrm>
              <a:off x="4120328" y="5463068"/>
              <a:ext cx="69840" cy="290160"/>
            </p14:xfrm>
          </p:contentPart>
        </mc:Choice>
        <mc:Fallback xmlns="">
          <p:pic>
            <p:nvPicPr>
              <p:cNvPr id="45" name="Ink 44">
                <a:extLst>
                  <a:ext uri="{FF2B5EF4-FFF2-40B4-BE49-F238E27FC236}">
                    <a16:creationId xmlns:a16="http://schemas.microsoft.com/office/drawing/2014/main" id="{92A5E4A9-7000-A7C0-9841-827BF7F5A169}"/>
                  </a:ext>
                </a:extLst>
              </p:cNvPr>
              <p:cNvPicPr/>
              <p:nvPr/>
            </p:nvPicPr>
            <p:blipFill>
              <a:blip r:embed="rId47"/>
              <a:stretch>
                <a:fillRect/>
              </a:stretch>
            </p:blipFill>
            <p:spPr>
              <a:xfrm>
                <a:off x="4114208" y="5456588"/>
                <a:ext cx="82080" cy="302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8">
            <p14:nvContentPartPr>
              <p14:cNvPr id="46" name="Ink 45">
                <a:extLst>
                  <a:ext uri="{FF2B5EF4-FFF2-40B4-BE49-F238E27FC236}">
                    <a16:creationId xmlns:a16="http://schemas.microsoft.com/office/drawing/2014/main" id="{163A9E33-542F-9F82-6E35-980C7BBA543C}"/>
                  </a:ext>
                </a:extLst>
              </p14:cNvPr>
              <p14:cNvContentPartPr/>
              <p14:nvPr/>
            </p14:nvContentPartPr>
            <p14:xfrm>
              <a:off x="3641168" y="6111428"/>
              <a:ext cx="120960" cy="561600"/>
            </p14:xfrm>
          </p:contentPart>
        </mc:Choice>
        <mc:Fallback xmlns="">
          <p:pic>
            <p:nvPicPr>
              <p:cNvPr id="46" name="Ink 45">
                <a:extLst>
                  <a:ext uri="{FF2B5EF4-FFF2-40B4-BE49-F238E27FC236}">
                    <a16:creationId xmlns:a16="http://schemas.microsoft.com/office/drawing/2014/main" id="{163A9E33-542F-9F82-6E35-980C7BBA543C}"/>
                  </a:ext>
                </a:extLst>
              </p:cNvPr>
              <p:cNvPicPr/>
              <p:nvPr/>
            </p:nvPicPr>
            <p:blipFill>
              <a:blip r:embed="rId49"/>
              <a:stretch>
                <a:fillRect/>
              </a:stretch>
            </p:blipFill>
            <p:spPr>
              <a:xfrm>
                <a:off x="3635048" y="6105308"/>
                <a:ext cx="133200" cy="573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0">
            <p14:nvContentPartPr>
              <p14:cNvPr id="47" name="Ink 46">
                <a:extLst>
                  <a:ext uri="{FF2B5EF4-FFF2-40B4-BE49-F238E27FC236}">
                    <a16:creationId xmlns:a16="http://schemas.microsoft.com/office/drawing/2014/main" id="{140F27EB-C06C-C60A-1278-3E1B6CD0320A}"/>
                  </a:ext>
                </a:extLst>
              </p14:cNvPr>
              <p14:cNvContentPartPr/>
              <p14:nvPr/>
            </p14:nvContentPartPr>
            <p14:xfrm>
              <a:off x="-1388752" y="3611228"/>
              <a:ext cx="360" cy="360"/>
            </p14:xfrm>
          </p:contentPart>
        </mc:Choice>
        <mc:Fallback xmlns="">
          <p:pic>
            <p:nvPicPr>
              <p:cNvPr id="47" name="Ink 46">
                <a:extLst>
                  <a:ext uri="{FF2B5EF4-FFF2-40B4-BE49-F238E27FC236}">
                    <a16:creationId xmlns:a16="http://schemas.microsoft.com/office/drawing/2014/main" id="{140F27EB-C06C-C60A-1278-3E1B6CD0320A}"/>
                  </a:ext>
                </a:extLst>
              </p:cNvPr>
              <p:cNvPicPr/>
              <p:nvPr/>
            </p:nvPicPr>
            <p:blipFill>
              <a:blip r:embed="rId51"/>
              <a:stretch>
                <a:fillRect/>
              </a:stretch>
            </p:blipFill>
            <p:spPr>
              <a:xfrm>
                <a:off x="-1394872" y="3605108"/>
                <a:ext cx="12600" cy="126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95676657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diagram of a circuit&#10;&#10;AI-generated content may be incorrect.">
            <a:extLst>
              <a:ext uri="{FF2B5EF4-FFF2-40B4-BE49-F238E27FC236}">
                <a16:creationId xmlns:a16="http://schemas.microsoft.com/office/drawing/2014/main" id="{584D26C8-0AA1-CCD6-AF87-F99048D3809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6446" y="636609"/>
            <a:ext cx="10394651" cy="5400076"/>
          </a:xfrm>
          <a:prstGeom prst="rect">
            <a:avLst/>
          </a:prstGeom>
        </p:spPr>
      </p:pic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06D47B1B-BC76-EF05-04DC-3FCF76A1BEF9}"/>
              </a:ext>
            </a:extLst>
          </p:cNvPr>
          <p:cNvCxnSpPr>
            <a:cxnSpLocks/>
          </p:cNvCxnSpPr>
          <p:nvPr/>
        </p:nvCxnSpPr>
        <p:spPr>
          <a:xfrm flipV="1">
            <a:off x="1620456" y="1828800"/>
            <a:ext cx="0" cy="3391382"/>
          </a:xfrm>
          <a:prstGeom prst="straightConnector1">
            <a:avLst/>
          </a:prstGeom>
          <a:ln>
            <a:solidFill>
              <a:srgbClr val="FF0000"/>
            </a:solidFill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DBC466C5-1905-8375-3CB9-7F48FB8D28D4}"/>
              </a:ext>
            </a:extLst>
          </p:cNvPr>
          <p:cNvSpPr txBox="1"/>
          <p:nvPr/>
        </p:nvSpPr>
        <p:spPr>
          <a:xfrm>
            <a:off x="1169044" y="2951544"/>
            <a:ext cx="8013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>
                <a:solidFill>
                  <a:srgbClr val="FF0000"/>
                </a:solidFill>
              </a:rPr>
              <a:t>Vin</a:t>
            </a:r>
            <a:endParaRPr lang="en-US" dirty="0">
              <a:solidFill>
                <a:srgbClr val="FF0000"/>
              </a:solidFill>
            </a:endParaRP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F51B3F54-F948-FC53-116E-77FF4AA92118}"/>
              </a:ext>
            </a:extLst>
          </p:cNvPr>
          <p:cNvCxnSpPr>
            <a:cxnSpLocks/>
          </p:cNvCxnSpPr>
          <p:nvPr/>
        </p:nvCxnSpPr>
        <p:spPr>
          <a:xfrm flipV="1">
            <a:off x="10257099" y="1733309"/>
            <a:ext cx="0" cy="3391382"/>
          </a:xfrm>
          <a:prstGeom prst="straightConnector1">
            <a:avLst/>
          </a:prstGeom>
          <a:ln>
            <a:solidFill>
              <a:srgbClr val="FF0000"/>
            </a:solidFill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BCF9C12F-143A-4B7D-D169-739F36A6357D}"/>
              </a:ext>
            </a:extLst>
          </p:cNvPr>
          <p:cNvSpPr txBox="1"/>
          <p:nvPr/>
        </p:nvSpPr>
        <p:spPr>
          <a:xfrm>
            <a:off x="10314155" y="3012840"/>
            <a:ext cx="8013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 err="1">
                <a:solidFill>
                  <a:srgbClr val="FF0000"/>
                </a:solidFill>
              </a:rPr>
              <a:t>Vout</a:t>
            </a:r>
            <a:endParaRPr lang="en-US" dirty="0">
              <a:solidFill>
                <a:srgbClr val="FF0000"/>
              </a:solidFill>
            </a:endParaRP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7BD7EEC0-CFEA-809A-9FB5-B5AFE20E5399}"/>
              </a:ext>
            </a:extLst>
          </p:cNvPr>
          <p:cNvCxnSpPr>
            <a:cxnSpLocks/>
          </p:cNvCxnSpPr>
          <p:nvPr/>
        </p:nvCxnSpPr>
        <p:spPr>
          <a:xfrm flipV="1">
            <a:off x="5695950" y="1653760"/>
            <a:ext cx="0" cy="909671"/>
          </a:xfrm>
          <a:prstGeom prst="straightConnector1">
            <a:avLst/>
          </a:prstGeom>
          <a:ln>
            <a:solidFill>
              <a:srgbClr val="FF0000"/>
            </a:solidFill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FB7303F7-2C82-7E87-EF3F-805FA3AB6551}"/>
              </a:ext>
            </a:extLst>
          </p:cNvPr>
          <p:cNvSpPr txBox="1"/>
          <p:nvPr/>
        </p:nvSpPr>
        <p:spPr>
          <a:xfrm>
            <a:off x="5312782" y="1921396"/>
            <a:ext cx="7832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 err="1">
                <a:solidFill>
                  <a:srgbClr val="FF0000"/>
                </a:solidFill>
              </a:rPr>
              <a:t>Vp</a:t>
            </a:r>
            <a:endParaRPr lang="en-US" dirty="0">
              <a:solidFill>
                <a:srgbClr val="FF0000"/>
              </a:solidFill>
            </a:endParaRP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2DA62D0F-6CBC-F3FC-27C2-BAF6290C10BF}"/>
              </a:ext>
            </a:extLst>
          </p:cNvPr>
          <p:cNvCxnSpPr>
            <a:cxnSpLocks/>
          </p:cNvCxnSpPr>
          <p:nvPr/>
        </p:nvCxnSpPr>
        <p:spPr>
          <a:xfrm flipV="1">
            <a:off x="7717163" y="1483043"/>
            <a:ext cx="0" cy="1397317"/>
          </a:xfrm>
          <a:prstGeom prst="straightConnector1">
            <a:avLst/>
          </a:prstGeom>
          <a:ln>
            <a:solidFill>
              <a:srgbClr val="FF0000"/>
            </a:solidFill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CD8BE023-6C84-FF4D-8389-17E5FE50137F}"/>
              </a:ext>
            </a:extLst>
          </p:cNvPr>
          <p:cNvSpPr txBox="1"/>
          <p:nvPr/>
        </p:nvSpPr>
        <p:spPr>
          <a:xfrm>
            <a:off x="7348283" y="1736730"/>
            <a:ext cx="7832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>
                <a:solidFill>
                  <a:srgbClr val="FF0000"/>
                </a:solidFill>
              </a:rPr>
              <a:t>Vs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21" name="Arrow: Right 20">
            <a:extLst>
              <a:ext uri="{FF2B5EF4-FFF2-40B4-BE49-F238E27FC236}">
                <a16:creationId xmlns:a16="http://schemas.microsoft.com/office/drawing/2014/main" id="{75510342-B097-B417-CC8A-842416728506}"/>
              </a:ext>
            </a:extLst>
          </p:cNvPr>
          <p:cNvSpPr/>
          <p:nvPr/>
        </p:nvSpPr>
        <p:spPr>
          <a:xfrm>
            <a:off x="5846937" y="1539103"/>
            <a:ext cx="249063" cy="165650"/>
          </a:xfrm>
          <a:prstGeom prst="rightArrow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Arrow: Right 21">
            <a:extLst>
              <a:ext uri="{FF2B5EF4-FFF2-40B4-BE49-F238E27FC236}">
                <a16:creationId xmlns:a16="http://schemas.microsoft.com/office/drawing/2014/main" id="{25D6A794-52B8-8ED3-8E3B-0545D70FD721}"/>
              </a:ext>
            </a:extLst>
          </p:cNvPr>
          <p:cNvSpPr/>
          <p:nvPr/>
        </p:nvSpPr>
        <p:spPr>
          <a:xfrm>
            <a:off x="7283660" y="1373453"/>
            <a:ext cx="249063" cy="165650"/>
          </a:xfrm>
          <a:prstGeom prst="rightArrow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F44F54BB-843A-DA35-A027-CA44AB59C164}"/>
              </a:ext>
            </a:extLst>
          </p:cNvPr>
          <p:cNvSpPr txBox="1"/>
          <p:nvPr/>
        </p:nvSpPr>
        <p:spPr>
          <a:xfrm>
            <a:off x="5731755" y="1220619"/>
            <a:ext cx="7832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 err="1">
                <a:solidFill>
                  <a:srgbClr val="FF0000"/>
                </a:solidFill>
              </a:rPr>
              <a:t>Ip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CE132244-E80A-D04A-CEB0-BBCF7F91AF7B}"/>
              </a:ext>
            </a:extLst>
          </p:cNvPr>
          <p:cNvSpPr txBox="1"/>
          <p:nvPr/>
        </p:nvSpPr>
        <p:spPr>
          <a:xfrm>
            <a:off x="7227180" y="1061944"/>
            <a:ext cx="7832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>
                <a:solidFill>
                  <a:srgbClr val="FF0000"/>
                </a:solidFill>
              </a:rPr>
              <a:t>Is</a:t>
            </a:r>
            <a:endParaRPr lang="en-US" dirty="0">
              <a:solidFill>
                <a:srgbClr val="FF0000"/>
              </a:solidFill>
            </a:endParaRPr>
          </a:p>
        </p:txBody>
      </p: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F4AFD452-EF3C-86F9-804E-F3843E55792E}"/>
              </a:ext>
            </a:extLst>
          </p:cNvPr>
          <p:cNvCxnSpPr>
            <a:cxnSpLocks/>
          </p:cNvCxnSpPr>
          <p:nvPr/>
        </p:nvCxnSpPr>
        <p:spPr>
          <a:xfrm flipV="1">
            <a:off x="3584642" y="1615523"/>
            <a:ext cx="0" cy="851230"/>
          </a:xfrm>
          <a:prstGeom prst="straightConnector1">
            <a:avLst/>
          </a:prstGeom>
          <a:ln>
            <a:solidFill>
              <a:srgbClr val="FF0000"/>
            </a:solidFill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FDECE4BF-C496-E768-CF31-AA6473AE1277}"/>
              </a:ext>
            </a:extLst>
          </p:cNvPr>
          <p:cNvSpPr txBox="1"/>
          <p:nvPr/>
        </p:nvSpPr>
        <p:spPr>
          <a:xfrm>
            <a:off x="3072810" y="1955320"/>
            <a:ext cx="9520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 err="1">
                <a:solidFill>
                  <a:srgbClr val="FF0000"/>
                </a:solidFill>
              </a:rPr>
              <a:t>Vsn</a:t>
            </a:r>
            <a:endParaRPr lang="en-US" dirty="0">
              <a:solidFill>
                <a:srgbClr val="FF0000"/>
              </a:solidFill>
            </a:endParaRPr>
          </a:p>
        </p:txBody>
      </p: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EACC83FE-CACE-3392-E1E3-B0C65CDD4A8B}"/>
              </a:ext>
            </a:extLst>
          </p:cNvPr>
          <p:cNvCxnSpPr>
            <a:cxnSpLocks/>
          </p:cNvCxnSpPr>
          <p:nvPr/>
        </p:nvCxnSpPr>
        <p:spPr>
          <a:xfrm flipV="1">
            <a:off x="5572931" y="3551274"/>
            <a:ext cx="0" cy="1799383"/>
          </a:xfrm>
          <a:prstGeom prst="straightConnector1">
            <a:avLst/>
          </a:prstGeom>
          <a:ln>
            <a:solidFill>
              <a:srgbClr val="FF0000"/>
            </a:solidFill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>
            <a:extLst>
              <a:ext uri="{FF2B5EF4-FFF2-40B4-BE49-F238E27FC236}">
                <a16:creationId xmlns:a16="http://schemas.microsoft.com/office/drawing/2014/main" id="{683D0D07-10CC-8044-72B8-8DAAA3F05351}"/>
              </a:ext>
            </a:extLst>
          </p:cNvPr>
          <p:cNvSpPr txBox="1"/>
          <p:nvPr/>
        </p:nvSpPr>
        <p:spPr>
          <a:xfrm>
            <a:off x="5579859" y="3663552"/>
            <a:ext cx="7832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>
                <a:solidFill>
                  <a:srgbClr val="FF0000"/>
                </a:solidFill>
              </a:rPr>
              <a:t>Vds</a:t>
            </a:r>
            <a:endParaRPr 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188427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>
            <a:extLst>
              <a:ext uri="{FF2B5EF4-FFF2-40B4-BE49-F238E27FC236}">
                <a16:creationId xmlns:a16="http://schemas.microsoft.com/office/drawing/2014/main" id="{42074CDA-21D3-28F1-926D-FD44A9AA2A83}"/>
              </a:ext>
            </a:extLst>
          </p:cNvPr>
          <p:cNvGrpSpPr/>
          <p:nvPr/>
        </p:nvGrpSpPr>
        <p:grpSpPr>
          <a:xfrm rot="10800000">
            <a:off x="2581154" y="1261640"/>
            <a:ext cx="6331353" cy="2395960"/>
            <a:chOff x="4201609" y="532435"/>
            <a:chExt cx="6331353" cy="2395960"/>
          </a:xfrm>
        </p:grpSpPr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AD796087-4CF7-C4C9-387A-BBAD62E7187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l="38975" t="37637" r="28831" b="27426"/>
            <a:stretch>
              <a:fillRect/>
            </a:stretch>
          </p:blipFill>
          <p:spPr>
            <a:xfrm>
              <a:off x="7569843" y="532435"/>
              <a:ext cx="2963119" cy="2395960"/>
            </a:xfrm>
            <a:prstGeom prst="rect">
              <a:avLst/>
            </a:prstGeom>
          </p:spPr>
        </p:pic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88188A61-F851-43F3-FB53-40FA8B2EFF8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l="29417" t="37974" r="38389" b="27089"/>
            <a:stretch>
              <a:fillRect/>
            </a:stretch>
          </p:blipFill>
          <p:spPr>
            <a:xfrm rot="10800000">
              <a:off x="4201609" y="532435"/>
              <a:ext cx="2963119" cy="2395960"/>
            </a:xfrm>
            <a:prstGeom prst="rect">
              <a:avLst/>
            </a:prstGeom>
          </p:spPr>
        </p:pic>
      </p:grpSp>
      <p:sp>
        <p:nvSpPr>
          <p:cNvPr id="10" name="Oval 9">
            <a:extLst>
              <a:ext uri="{FF2B5EF4-FFF2-40B4-BE49-F238E27FC236}">
                <a16:creationId xmlns:a16="http://schemas.microsoft.com/office/drawing/2014/main" id="{1A189917-2970-F3BF-CCEF-2FC76C42EE01}"/>
              </a:ext>
            </a:extLst>
          </p:cNvPr>
          <p:cNvSpPr/>
          <p:nvPr/>
        </p:nvSpPr>
        <p:spPr>
          <a:xfrm>
            <a:off x="3923818" y="1990846"/>
            <a:ext cx="1458410" cy="1099595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81D83A8D-ADD6-A0E2-F33D-DE191EDF8D34}"/>
              </a:ext>
            </a:extLst>
          </p:cNvPr>
          <p:cNvSpPr/>
          <p:nvPr/>
        </p:nvSpPr>
        <p:spPr>
          <a:xfrm>
            <a:off x="7282405" y="1990846"/>
            <a:ext cx="1458410" cy="1099595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4559203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AutoShape 2">
            <a:extLst>
              <a:ext uri="{FF2B5EF4-FFF2-40B4-BE49-F238E27FC236}">
                <a16:creationId xmlns:a16="http://schemas.microsoft.com/office/drawing/2014/main" id="{8805FFBE-6436-799B-8973-5CE1FFF829B6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A3ECD91-2190-982A-D4F9-623027BBD22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380" t="24979" r="8334" b="19494"/>
          <a:stretch>
            <a:fillRect/>
          </a:stretch>
        </p:blipFill>
        <p:spPr>
          <a:xfrm>
            <a:off x="1713052" y="1713053"/>
            <a:ext cx="8218025" cy="3808072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01CD663C-C841-6EE5-C0D6-E4EEFA155B72}"/>
              </a:ext>
            </a:extLst>
          </p:cNvPr>
          <p:cNvSpPr/>
          <p:nvPr/>
        </p:nvSpPr>
        <p:spPr>
          <a:xfrm>
            <a:off x="2043958" y="3083859"/>
            <a:ext cx="914400" cy="1577788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68E4C62-443D-A773-11B3-6AFC48F3A64E}"/>
              </a:ext>
            </a:extLst>
          </p:cNvPr>
          <p:cNvSpPr txBox="1"/>
          <p:nvPr/>
        </p:nvSpPr>
        <p:spPr>
          <a:xfrm>
            <a:off x="2043958" y="4661647"/>
            <a:ext cx="24518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spc="50" dirty="0" err="1">
                <a:ln w="9525" cmpd="sng">
                  <a:solidFill>
                    <a:schemeClr val="accent1"/>
                  </a:solidFill>
                  <a:prstDash val="solid"/>
                </a:ln>
                <a:solidFill>
                  <a:srgbClr val="70AD47">
                    <a:tint val="1000"/>
                  </a:srgbClr>
                </a:solidFill>
                <a:effectLst>
                  <a:glow rad="38100">
                    <a:schemeClr val="accent1">
                      <a:alpha val="40000"/>
                    </a:schemeClr>
                  </a:glow>
                </a:effectLst>
              </a:rPr>
              <a:t>Snubber</a:t>
            </a:r>
            <a:endParaRPr lang="en-US" b="1" spc="50" dirty="0">
              <a:ln w="9525" cmpd="sng">
                <a:solidFill>
                  <a:schemeClr val="accent1"/>
                </a:solidFill>
                <a:prstDash val="solid"/>
              </a:ln>
              <a:solidFill>
                <a:srgbClr val="70AD47">
                  <a:tint val="1000"/>
                </a:srgbClr>
              </a:solidFill>
              <a:effectLst>
                <a:glow rad="38100">
                  <a:schemeClr val="accent1">
                    <a:alpha val="40000"/>
                  </a:schemeClr>
                </a:glow>
              </a:effectLst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9966D11-A153-E234-84FB-215FDD61E5B9}"/>
              </a:ext>
            </a:extLst>
          </p:cNvPr>
          <p:cNvSpPr txBox="1"/>
          <p:nvPr/>
        </p:nvSpPr>
        <p:spPr>
          <a:xfrm>
            <a:off x="3487270" y="3557436"/>
            <a:ext cx="14926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spc="50" dirty="0">
                <a:ln w="9525" cmpd="sng">
                  <a:solidFill>
                    <a:schemeClr val="accent1"/>
                  </a:solidFill>
                  <a:prstDash val="solid"/>
                </a:ln>
                <a:solidFill>
                  <a:srgbClr val="70AD47">
                    <a:tint val="1000"/>
                  </a:srgbClr>
                </a:solidFill>
                <a:effectLst>
                  <a:glow rad="38100">
                    <a:schemeClr val="accent1">
                      <a:alpha val="40000"/>
                    </a:schemeClr>
                  </a:glow>
                </a:effectLst>
              </a:rPr>
              <a:t>Transfo</a:t>
            </a:r>
            <a:endParaRPr lang="en-US" b="1" spc="50" dirty="0">
              <a:ln w="9525" cmpd="sng">
                <a:solidFill>
                  <a:schemeClr val="accent1"/>
                </a:solidFill>
                <a:prstDash val="solid"/>
              </a:ln>
              <a:solidFill>
                <a:srgbClr val="70AD47">
                  <a:tint val="1000"/>
                </a:srgbClr>
              </a:solidFill>
              <a:effectLst>
                <a:glow rad="38100">
                  <a:schemeClr val="accent1">
                    <a:alpha val="40000"/>
                  </a:schemeClr>
                </a:glow>
              </a:effectLst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2F47A69-51B5-782E-7860-7D1D14E48202}"/>
              </a:ext>
            </a:extLst>
          </p:cNvPr>
          <p:cNvSpPr txBox="1"/>
          <p:nvPr/>
        </p:nvSpPr>
        <p:spPr>
          <a:xfrm>
            <a:off x="2933699" y="1695616"/>
            <a:ext cx="126850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spc="50" dirty="0">
                <a:ln w="9525" cmpd="sng">
                  <a:solidFill>
                    <a:schemeClr val="accent1"/>
                  </a:solidFill>
                  <a:prstDash val="solid"/>
                </a:ln>
                <a:solidFill>
                  <a:srgbClr val="70AD47">
                    <a:tint val="1000"/>
                  </a:srgbClr>
                </a:solidFill>
                <a:effectLst>
                  <a:glow rad="38100">
                    <a:schemeClr val="accent1">
                      <a:alpha val="40000"/>
                    </a:schemeClr>
                  </a:glow>
                </a:effectLst>
              </a:rPr>
              <a:t>BP capa </a:t>
            </a:r>
            <a:endParaRPr lang="en-US" b="1" spc="50" dirty="0">
              <a:ln w="9525" cmpd="sng">
                <a:solidFill>
                  <a:schemeClr val="accent1"/>
                </a:solidFill>
                <a:prstDash val="solid"/>
              </a:ln>
              <a:solidFill>
                <a:srgbClr val="70AD47">
                  <a:tint val="1000"/>
                </a:srgbClr>
              </a:solidFill>
              <a:effectLst>
                <a:glow rad="38100">
                  <a:schemeClr val="accent1">
                    <a:alpha val="40000"/>
                  </a:schemeClr>
                </a:glow>
              </a:effectLst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BD5A3AA-30E9-D624-4B2F-300B4E3E32E2}"/>
              </a:ext>
            </a:extLst>
          </p:cNvPr>
          <p:cNvSpPr txBox="1"/>
          <p:nvPr/>
        </p:nvSpPr>
        <p:spPr>
          <a:xfrm>
            <a:off x="2043958" y="1748912"/>
            <a:ext cx="12483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spc="50" dirty="0">
                <a:ln w="9525" cmpd="sng">
                  <a:solidFill>
                    <a:schemeClr val="accent1"/>
                  </a:solidFill>
                  <a:prstDash val="solid"/>
                </a:ln>
                <a:solidFill>
                  <a:srgbClr val="70AD47">
                    <a:tint val="1000"/>
                  </a:srgbClr>
                </a:solidFill>
                <a:effectLst>
                  <a:glow rad="38100">
                    <a:schemeClr val="accent1">
                      <a:alpha val="40000"/>
                    </a:schemeClr>
                  </a:glow>
                </a:effectLst>
              </a:rPr>
              <a:t>Tny264</a:t>
            </a:r>
            <a:endParaRPr lang="en-US" b="1" spc="50" dirty="0">
              <a:ln w="9525" cmpd="sng">
                <a:solidFill>
                  <a:schemeClr val="accent1"/>
                </a:solidFill>
                <a:prstDash val="solid"/>
              </a:ln>
              <a:solidFill>
                <a:srgbClr val="70AD47">
                  <a:tint val="1000"/>
                </a:srgbClr>
              </a:solidFill>
              <a:effectLst>
                <a:glow rad="38100">
                  <a:schemeClr val="accent1">
                    <a:alpha val="40000"/>
                  </a:schemeClr>
                </a:glow>
              </a:effectLst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FEF3035-CB73-1DAD-0433-7BE7D114E883}"/>
              </a:ext>
            </a:extLst>
          </p:cNvPr>
          <p:cNvSpPr/>
          <p:nvPr/>
        </p:nvSpPr>
        <p:spPr>
          <a:xfrm>
            <a:off x="5038163" y="1882588"/>
            <a:ext cx="2752163" cy="144961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8657085-F788-FC2F-41F2-7DD82250FB85}"/>
              </a:ext>
            </a:extLst>
          </p:cNvPr>
          <p:cNvSpPr/>
          <p:nvPr/>
        </p:nvSpPr>
        <p:spPr>
          <a:xfrm>
            <a:off x="3124199" y="2196353"/>
            <a:ext cx="1837765" cy="49026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892310F-8EB6-3FC2-9A89-469F60730E25}"/>
              </a:ext>
            </a:extLst>
          </p:cNvPr>
          <p:cNvSpPr txBox="1"/>
          <p:nvPr/>
        </p:nvSpPr>
        <p:spPr>
          <a:xfrm>
            <a:off x="3191434" y="2124637"/>
            <a:ext cx="1010771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700" b="1" spc="50" dirty="0">
                <a:ln w="9525" cmpd="sng">
                  <a:solidFill>
                    <a:schemeClr val="accent1"/>
                  </a:solidFill>
                  <a:prstDash val="solid"/>
                </a:ln>
                <a:solidFill>
                  <a:srgbClr val="70AD47">
                    <a:tint val="1000"/>
                  </a:srgbClr>
                </a:solidFill>
                <a:effectLst>
                  <a:glow rad="38100">
                    <a:schemeClr val="accent1">
                      <a:alpha val="40000"/>
                    </a:schemeClr>
                  </a:glow>
                </a:effectLst>
              </a:rPr>
              <a:t>Zener</a:t>
            </a:r>
          </a:p>
          <a:p>
            <a:r>
              <a:rPr lang="fr-FR" sz="1700" b="1" spc="50" dirty="0">
                <a:ln w="9525" cmpd="sng">
                  <a:solidFill>
                    <a:schemeClr val="accent1"/>
                  </a:solidFill>
                  <a:prstDash val="solid"/>
                </a:ln>
                <a:solidFill>
                  <a:srgbClr val="70AD47">
                    <a:tint val="1000"/>
                  </a:srgbClr>
                </a:solidFill>
                <a:effectLst>
                  <a:glow rad="38100">
                    <a:schemeClr val="accent1">
                      <a:alpha val="40000"/>
                    </a:schemeClr>
                  </a:glow>
                </a:effectLst>
              </a:rPr>
              <a:t>&amp; </a:t>
            </a:r>
            <a:r>
              <a:rPr lang="fr-FR" sz="1700" b="1" spc="50" dirty="0" err="1">
                <a:ln w="9525" cmpd="sng">
                  <a:solidFill>
                    <a:schemeClr val="accent1"/>
                  </a:solidFill>
                  <a:prstDash val="solid"/>
                </a:ln>
                <a:solidFill>
                  <a:srgbClr val="70AD47">
                    <a:tint val="1000"/>
                  </a:srgbClr>
                </a:solidFill>
                <a:effectLst>
                  <a:glow rad="38100">
                    <a:schemeClr val="accent1">
                      <a:alpha val="40000"/>
                    </a:schemeClr>
                  </a:glow>
                </a:effectLst>
              </a:rPr>
              <a:t>opto</a:t>
            </a:r>
            <a:endParaRPr lang="en-US" sz="1700" b="1" spc="50" dirty="0">
              <a:ln w="9525" cmpd="sng">
                <a:solidFill>
                  <a:schemeClr val="accent1"/>
                </a:solidFill>
                <a:prstDash val="solid"/>
              </a:ln>
              <a:solidFill>
                <a:srgbClr val="70AD47">
                  <a:tint val="1000"/>
                </a:srgbClr>
              </a:solidFill>
              <a:effectLst>
                <a:glow rad="38100">
                  <a:schemeClr val="accent1">
                    <a:alpha val="40000"/>
                  </a:schemeClr>
                </a:glow>
              </a:effectLst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AB176B5-37DD-78FA-9B92-FEA035983F89}"/>
              </a:ext>
            </a:extLst>
          </p:cNvPr>
          <p:cNvSpPr txBox="1"/>
          <p:nvPr/>
        </p:nvSpPr>
        <p:spPr>
          <a:xfrm>
            <a:off x="5113244" y="1828800"/>
            <a:ext cx="629770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b="1" spc="50" dirty="0" err="1">
                <a:ln w="9525" cmpd="sng">
                  <a:solidFill>
                    <a:schemeClr val="accent1"/>
                  </a:solidFill>
                  <a:prstDash val="solid"/>
                </a:ln>
                <a:solidFill>
                  <a:srgbClr val="70AD47">
                    <a:tint val="1000"/>
                  </a:srgbClr>
                </a:solidFill>
                <a:effectLst>
                  <a:glow rad="38100">
                    <a:schemeClr val="accent1">
                      <a:alpha val="40000"/>
                    </a:schemeClr>
                  </a:glow>
                </a:effectLst>
              </a:rPr>
              <a:t>Ouput</a:t>
            </a:r>
            <a:r>
              <a:rPr lang="fr-FR" b="1" spc="50" dirty="0">
                <a:ln w="9525" cmpd="sng">
                  <a:solidFill>
                    <a:schemeClr val="accent1"/>
                  </a:solidFill>
                  <a:prstDash val="solid"/>
                </a:ln>
                <a:solidFill>
                  <a:srgbClr val="70AD47">
                    <a:tint val="1000"/>
                  </a:srgbClr>
                </a:solidFill>
                <a:effectLst>
                  <a:glow rad="38100">
                    <a:schemeClr val="accent1">
                      <a:alpha val="40000"/>
                    </a:schemeClr>
                  </a:glow>
                </a:effectLst>
              </a:rPr>
              <a:t> capas</a:t>
            </a:r>
            <a:endParaRPr lang="en-US" b="1" spc="50" dirty="0">
              <a:ln w="9525" cmpd="sng">
                <a:solidFill>
                  <a:schemeClr val="accent1"/>
                </a:solidFill>
                <a:prstDash val="solid"/>
              </a:ln>
              <a:solidFill>
                <a:srgbClr val="70AD47">
                  <a:tint val="1000"/>
                </a:srgbClr>
              </a:solidFill>
              <a:effectLst>
                <a:glow rad="38100">
                  <a:schemeClr val="accent1">
                    <a:alpha val="40000"/>
                  </a:schemeClr>
                </a:glow>
              </a:effectLst>
            </a:endParaRPr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2390D65C-CDFC-4E51-BBE7-8BC55487DD70}"/>
              </a:ext>
            </a:extLst>
          </p:cNvPr>
          <p:cNvSpPr/>
          <p:nvPr/>
        </p:nvSpPr>
        <p:spPr>
          <a:xfrm>
            <a:off x="1766046" y="1757082"/>
            <a:ext cx="6078071" cy="3299012"/>
          </a:xfrm>
          <a:custGeom>
            <a:avLst/>
            <a:gdLst>
              <a:gd name="connsiteX0" fmla="*/ 0 w 6078071"/>
              <a:gd name="connsiteY0" fmla="*/ 0 h 3299012"/>
              <a:gd name="connsiteX1" fmla="*/ 674113 w 6078071"/>
              <a:gd name="connsiteY1" fmla="*/ 994 h 3299012"/>
              <a:gd name="connsiteX2" fmla="*/ 1044323 w 6078071"/>
              <a:gd name="connsiteY2" fmla="*/ 1540 h 3299012"/>
              <a:gd name="connsiteX3" fmla="*/ 1657656 w 6078071"/>
              <a:gd name="connsiteY3" fmla="*/ 2445 h 3299012"/>
              <a:gd name="connsiteX4" fmla="*/ 2210208 w 6078071"/>
              <a:gd name="connsiteY4" fmla="*/ 3260 h 3299012"/>
              <a:gd name="connsiteX5" fmla="*/ 2762760 w 6078071"/>
              <a:gd name="connsiteY5" fmla="*/ 4075 h 3299012"/>
              <a:gd name="connsiteX6" fmla="*/ 3376092 w 6078071"/>
              <a:gd name="connsiteY6" fmla="*/ 4980 h 3299012"/>
              <a:gd name="connsiteX7" fmla="*/ 3807083 w 6078071"/>
              <a:gd name="connsiteY7" fmla="*/ 5615 h 3299012"/>
              <a:gd name="connsiteX8" fmla="*/ 4359635 w 6078071"/>
              <a:gd name="connsiteY8" fmla="*/ 6430 h 3299012"/>
              <a:gd name="connsiteX9" fmla="*/ 4851406 w 6078071"/>
              <a:gd name="connsiteY9" fmla="*/ 7156 h 3299012"/>
              <a:gd name="connsiteX10" fmla="*/ 5403958 w 6078071"/>
              <a:gd name="connsiteY10" fmla="*/ 7971 h 3299012"/>
              <a:gd name="connsiteX11" fmla="*/ 6078071 w 6078071"/>
              <a:gd name="connsiteY11" fmla="*/ 8965 h 3299012"/>
              <a:gd name="connsiteX12" fmla="*/ 6071616 w 6078071"/>
              <a:gd name="connsiteY12" fmla="*/ 458635 h 3299012"/>
              <a:gd name="connsiteX13" fmla="*/ 6065431 w 6078071"/>
              <a:gd name="connsiteY13" fmla="*/ 889568 h 3299012"/>
              <a:gd name="connsiteX14" fmla="*/ 6058976 w 6078071"/>
              <a:gd name="connsiteY14" fmla="*/ 1339238 h 3299012"/>
              <a:gd name="connsiteX15" fmla="*/ 6051177 w 6078071"/>
              <a:gd name="connsiteY15" fmla="*/ 1882589 h 3299012"/>
              <a:gd name="connsiteX16" fmla="*/ 5634049 w 6078071"/>
              <a:gd name="connsiteY16" fmla="*/ 2219662 h 3299012"/>
              <a:gd name="connsiteX17" fmla="*/ 5163671 w 6078071"/>
              <a:gd name="connsiteY17" fmla="*/ 2599765 h 3299012"/>
              <a:gd name="connsiteX18" fmla="*/ 4672316 w 6078071"/>
              <a:gd name="connsiteY18" fmla="*/ 2626390 h 3299012"/>
              <a:gd name="connsiteX19" fmla="*/ 4180960 w 6078071"/>
              <a:gd name="connsiteY19" fmla="*/ 2653015 h 3299012"/>
              <a:gd name="connsiteX20" fmla="*/ 3343836 w 6078071"/>
              <a:gd name="connsiteY20" fmla="*/ 2698377 h 3299012"/>
              <a:gd name="connsiteX21" fmla="*/ 3095245 w 6078071"/>
              <a:gd name="connsiteY21" fmla="*/ 2913261 h 3299012"/>
              <a:gd name="connsiteX22" fmla="*/ 2814918 w 6078071"/>
              <a:gd name="connsiteY22" fmla="*/ 3155577 h 3299012"/>
              <a:gd name="connsiteX23" fmla="*/ 2238846 w 6078071"/>
              <a:gd name="connsiteY23" fmla="*/ 3185698 h 3299012"/>
              <a:gd name="connsiteX24" fmla="*/ 1772502 w 6078071"/>
              <a:gd name="connsiteY24" fmla="*/ 3210082 h 3299012"/>
              <a:gd name="connsiteX25" fmla="*/ 1223862 w 6078071"/>
              <a:gd name="connsiteY25" fmla="*/ 3238769 h 3299012"/>
              <a:gd name="connsiteX26" fmla="*/ 702654 w 6078071"/>
              <a:gd name="connsiteY26" fmla="*/ 3266022 h 3299012"/>
              <a:gd name="connsiteX27" fmla="*/ 71718 w 6078071"/>
              <a:gd name="connsiteY27" fmla="*/ 3299012 h 3299012"/>
              <a:gd name="connsiteX28" fmla="*/ 71718 w 6078071"/>
              <a:gd name="connsiteY28" fmla="*/ 2719354 h 3299012"/>
              <a:gd name="connsiteX29" fmla="*/ 71718 w 6078071"/>
              <a:gd name="connsiteY29" fmla="*/ 2270940 h 3299012"/>
              <a:gd name="connsiteX30" fmla="*/ 71718 w 6078071"/>
              <a:gd name="connsiteY30" fmla="*/ 1724093 h 3299012"/>
              <a:gd name="connsiteX31" fmla="*/ 71718 w 6078071"/>
              <a:gd name="connsiteY31" fmla="*/ 1242867 h 3299012"/>
              <a:gd name="connsiteX32" fmla="*/ 71718 w 6078071"/>
              <a:gd name="connsiteY32" fmla="*/ 663209 h 3299012"/>
              <a:gd name="connsiteX33" fmla="*/ 71718 w 6078071"/>
              <a:gd name="connsiteY33" fmla="*/ 17930 h 32990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</a:cxnLst>
            <a:rect l="l" t="t" r="r" b="b"/>
            <a:pathLst>
              <a:path w="6078071" h="3299012" extrusionOk="0">
                <a:moveTo>
                  <a:pt x="0" y="0"/>
                </a:moveTo>
                <a:cubicBezTo>
                  <a:pt x="160800" y="-22164"/>
                  <a:pt x="339830" y="63724"/>
                  <a:pt x="674113" y="994"/>
                </a:cubicBezTo>
                <a:cubicBezTo>
                  <a:pt x="1008396" y="-61736"/>
                  <a:pt x="942255" y="35840"/>
                  <a:pt x="1044323" y="1540"/>
                </a:cubicBezTo>
                <a:cubicBezTo>
                  <a:pt x="1146391" y="-32760"/>
                  <a:pt x="1527927" y="56015"/>
                  <a:pt x="1657656" y="2445"/>
                </a:cubicBezTo>
                <a:cubicBezTo>
                  <a:pt x="1787385" y="-51125"/>
                  <a:pt x="2014270" y="67366"/>
                  <a:pt x="2210208" y="3260"/>
                </a:cubicBezTo>
                <a:cubicBezTo>
                  <a:pt x="2406146" y="-60846"/>
                  <a:pt x="2499050" y="16300"/>
                  <a:pt x="2762760" y="4075"/>
                </a:cubicBezTo>
                <a:cubicBezTo>
                  <a:pt x="3026470" y="-8150"/>
                  <a:pt x="3161376" y="43755"/>
                  <a:pt x="3376092" y="4980"/>
                </a:cubicBezTo>
                <a:cubicBezTo>
                  <a:pt x="3590808" y="-33796"/>
                  <a:pt x="3712321" y="5486"/>
                  <a:pt x="3807083" y="5615"/>
                </a:cubicBezTo>
                <a:cubicBezTo>
                  <a:pt x="3901845" y="5744"/>
                  <a:pt x="4225386" y="29005"/>
                  <a:pt x="4359635" y="6430"/>
                </a:cubicBezTo>
                <a:cubicBezTo>
                  <a:pt x="4493884" y="-16145"/>
                  <a:pt x="4734682" y="61489"/>
                  <a:pt x="4851406" y="7156"/>
                </a:cubicBezTo>
                <a:cubicBezTo>
                  <a:pt x="4968129" y="-47177"/>
                  <a:pt x="5234826" y="22329"/>
                  <a:pt x="5403958" y="7971"/>
                </a:cubicBezTo>
                <a:cubicBezTo>
                  <a:pt x="5573090" y="-6387"/>
                  <a:pt x="5907305" y="16368"/>
                  <a:pt x="6078071" y="8965"/>
                </a:cubicBezTo>
                <a:cubicBezTo>
                  <a:pt x="6128835" y="149874"/>
                  <a:pt x="6068449" y="289996"/>
                  <a:pt x="6071616" y="458635"/>
                </a:cubicBezTo>
                <a:cubicBezTo>
                  <a:pt x="6074784" y="627274"/>
                  <a:pt x="6027220" y="732818"/>
                  <a:pt x="6065431" y="889568"/>
                </a:cubicBezTo>
                <a:cubicBezTo>
                  <a:pt x="6103641" y="1046318"/>
                  <a:pt x="6054039" y="1123305"/>
                  <a:pt x="6058976" y="1339238"/>
                </a:cubicBezTo>
                <a:cubicBezTo>
                  <a:pt x="6063913" y="1555171"/>
                  <a:pt x="6021530" y="1770172"/>
                  <a:pt x="6051177" y="1882589"/>
                </a:cubicBezTo>
                <a:cubicBezTo>
                  <a:pt x="5984131" y="2001258"/>
                  <a:pt x="5831360" y="2047755"/>
                  <a:pt x="5634049" y="2219662"/>
                </a:cubicBezTo>
                <a:cubicBezTo>
                  <a:pt x="5436737" y="2391569"/>
                  <a:pt x="5323589" y="2430783"/>
                  <a:pt x="5163671" y="2599765"/>
                </a:cubicBezTo>
                <a:cubicBezTo>
                  <a:pt x="4954833" y="2669566"/>
                  <a:pt x="4875248" y="2574938"/>
                  <a:pt x="4672316" y="2626390"/>
                </a:cubicBezTo>
                <a:cubicBezTo>
                  <a:pt x="4469384" y="2677842"/>
                  <a:pt x="4420438" y="2630367"/>
                  <a:pt x="4180960" y="2653015"/>
                </a:cubicBezTo>
                <a:cubicBezTo>
                  <a:pt x="3941482" y="2675664"/>
                  <a:pt x="3521811" y="2607276"/>
                  <a:pt x="3343836" y="2698377"/>
                </a:cubicBezTo>
                <a:cubicBezTo>
                  <a:pt x="3230444" y="2798434"/>
                  <a:pt x="3191772" y="2799717"/>
                  <a:pt x="3095245" y="2913261"/>
                </a:cubicBezTo>
                <a:cubicBezTo>
                  <a:pt x="2998717" y="3026805"/>
                  <a:pt x="2899875" y="3026036"/>
                  <a:pt x="2814918" y="3155577"/>
                </a:cubicBezTo>
                <a:cubicBezTo>
                  <a:pt x="2693798" y="3218855"/>
                  <a:pt x="2495076" y="3116361"/>
                  <a:pt x="2238846" y="3185698"/>
                </a:cubicBezTo>
                <a:cubicBezTo>
                  <a:pt x="1982616" y="3255035"/>
                  <a:pt x="1893089" y="3198885"/>
                  <a:pt x="1772502" y="3210082"/>
                </a:cubicBezTo>
                <a:cubicBezTo>
                  <a:pt x="1651915" y="3221279"/>
                  <a:pt x="1462796" y="3199327"/>
                  <a:pt x="1223862" y="3238769"/>
                </a:cubicBezTo>
                <a:cubicBezTo>
                  <a:pt x="984928" y="3278211"/>
                  <a:pt x="827128" y="3203725"/>
                  <a:pt x="702654" y="3266022"/>
                </a:cubicBezTo>
                <a:cubicBezTo>
                  <a:pt x="578180" y="3328319"/>
                  <a:pt x="202947" y="3286796"/>
                  <a:pt x="71718" y="3299012"/>
                </a:cubicBezTo>
                <a:cubicBezTo>
                  <a:pt x="19130" y="3156932"/>
                  <a:pt x="125277" y="2968883"/>
                  <a:pt x="71718" y="2719354"/>
                </a:cubicBezTo>
                <a:cubicBezTo>
                  <a:pt x="18159" y="2469825"/>
                  <a:pt x="113178" y="2366210"/>
                  <a:pt x="71718" y="2270940"/>
                </a:cubicBezTo>
                <a:cubicBezTo>
                  <a:pt x="30258" y="2175670"/>
                  <a:pt x="127606" y="1914802"/>
                  <a:pt x="71718" y="1724093"/>
                </a:cubicBezTo>
                <a:cubicBezTo>
                  <a:pt x="15830" y="1533384"/>
                  <a:pt x="102511" y="1398417"/>
                  <a:pt x="71718" y="1242867"/>
                </a:cubicBezTo>
                <a:cubicBezTo>
                  <a:pt x="40925" y="1087317"/>
                  <a:pt x="95116" y="787366"/>
                  <a:pt x="71718" y="663209"/>
                </a:cubicBezTo>
                <a:cubicBezTo>
                  <a:pt x="48320" y="539052"/>
                  <a:pt x="76578" y="311949"/>
                  <a:pt x="71718" y="17930"/>
                </a:cubicBezTo>
              </a:path>
            </a:pathLst>
          </a:custGeom>
          <a:noFill/>
          <a:ln w="38100">
            <a:solidFill>
              <a:srgbClr val="FFFF00"/>
            </a:solidFill>
            <a:prstDash val="dash"/>
            <a:extLst>
              <a:ext uri="{C807C97D-BFC1-408E-A445-0C87EB9F89A2}">
                <ask:lineSketchStyleProps xmlns:ask="http://schemas.microsoft.com/office/drawing/2018/sketchyshapes" sd="4061556701">
                  <a:custGeom>
                    <a:avLst/>
                    <a:gdLst>
                      <a:gd name="connsiteX0" fmla="*/ 0 w 6078071"/>
                      <a:gd name="connsiteY0" fmla="*/ 0 h 3299012"/>
                      <a:gd name="connsiteX1" fmla="*/ 6078071 w 6078071"/>
                      <a:gd name="connsiteY1" fmla="*/ 8965 h 3299012"/>
                      <a:gd name="connsiteX2" fmla="*/ 6051177 w 6078071"/>
                      <a:gd name="connsiteY2" fmla="*/ 1882589 h 3299012"/>
                      <a:gd name="connsiteX3" fmla="*/ 5163671 w 6078071"/>
                      <a:gd name="connsiteY3" fmla="*/ 2599765 h 3299012"/>
                      <a:gd name="connsiteX4" fmla="*/ 3343836 w 6078071"/>
                      <a:gd name="connsiteY4" fmla="*/ 2698377 h 3299012"/>
                      <a:gd name="connsiteX5" fmla="*/ 2814918 w 6078071"/>
                      <a:gd name="connsiteY5" fmla="*/ 3155577 h 3299012"/>
                      <a:gd name="connsiteX6" fmla="*/ 71718 w 6078071"/>
                      <a:gd name="connsiteY6" fmla="*/ 3299012 h 3299012"/>
                      <a:gd name="connsiteX7" fmla="*/ 71718 w 6078071"/>
                      <a:gd name="connsiteY7" fmla="*/ 17930 h 3299012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</a:cxnLst>
                    <a:rect l="l" t="t" r="r" b="b"/>
                    <a:pathLst>
                      <a:path w="6078071" h="3299012">
                        <a:moveTo>
                          <a:pt x="0" y="0"/>
                        </a:moveTo>
                        <a:lnTo>
                          <a:pt x="6078071" y="8965"/>
                        </a:lnTo>
                        <a:lnTo>
                          <a:pt x="6051177" y="1882589"/>
                        </a:lnTo>
                        <a:lnTo>
                          <a:pt x="5163671" y="2599765"/>
                        </a:lnTo>
                        <a:lnTo>
                          <a:pt x="3343836" y="2698377"/>
                        </a:lnTo>
                        <a:lnTo>
                          <a:pt x="2814918" y="3155577"/>
                        </a:lnTo>
                        <a:lnTo>
                          <a:pt x="71718" y="3299012"/>
                        </a:lnTo>
                        <a:lnTo>
                          <a:pt x="71718" y="17930"/>
                        </a:lnTo>
                      </a:path>
                    </a:pathLst>
                  </a:cu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C1A60E1-855A-2F92-0BC2-B1529F64FF44}"/>
              </a:ext>
            </a:extLst>
          </p:cNvPr>
          <p:cNvSpPr txBox="1"/>
          <p:nvPr/>
        </p:nvSpPr>
        <p:spPr>
          <a:xfrm>
            <a:off x="1846728" y="5027194"/>
            <a:ext cx="232178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000" b="1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The </a:t>
            </a:r>
            <a:r>
              <a:rPr lang="fr-FR" sz="2000" b="1" dirty="0" err="1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flyback</a:t>
            </a:r>
            <a:r>
              <a:rPr lang="fr-FR" sz="2000" b="1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circuit</a:t>
            </a:r>
            <a:endParaRPr lang="en-US" sz="2000" b="1" dirty="0">
              <a:solidFill>
                <a:srgbClr val="FFFF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71076961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1A89ACDC-3410-9926-F4CF-544624E484C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11301" y="325111"/>
            <a:ext cx="5069712" cy="6333091"/>
          </a:xfrm>
          <a:prstGeom prst="rect">
            <a:avLst/>
          </a:prstGeom>
        </p:spPr>
      </p:pic>
      <p:sp>
        <p:nvSpPr>
          <p:cNvPr id="8" name="Freeform: Shape 7">
            <a:extLst>
              <a:ext uri="{FF2B5EF4-FFF2-40B4-BE49-F238E27FC236}">
                <a16:creationId xmlns:a16="http://schemas.microsoft.com/office/drawing/2014/main" id="{D186B0D7-55B1-0F4D-4A8A-4CE378F216F4}"/>
              </a:ext>
            </a:extLst>
          </p:cNvPr>
          <p:cNvSpPr/>
          <p:nvPr/>
        </p:nvSpPr>
        <p:spPr>
          <a:xfrm>
            <a:off x="3518704" y="474562"/>
            <a:ext cx="5162309" cy="6134582"/>
          </a:xfrm>
          <a:custGeom>
            <a:avLst/>
            <a:gdLst>
              <a:gd name="connsiteX0" fmla="*/ 0 w 5162309"/>
              <a:gd name="connsiteY0" fmla="*/ 2534856 h 6134582"/>
              <a:gd name="connsiteX1" fmla="*/ 1968 w 5162309"/>
              <a:gd name="connsiteY1" fmla="*/ 2103930 h 6134582"/>
              <a:gd name="connsiteX2" fmla="*/ 4051 w 5162309"/>
              <a:gd name="connsiteY2" fmla="*/ 1647656 h 6134582"/>
              <a:gd name="connsiteX3" fmla="*/ 6366 w 5162309"/>
              <a:gd name="connsiteY3" fmla="*/ 1140685 h 6134582"/>
              <a:gd name="connsiteX4" fmla="*/ 8681 w 5162309"/>
              <a:gd name="connsiteY4" fmla="*/ 633714 h 6134582"/>
              <a:gd name="connsiteX5" fmla="*/ 11574 w 5162309"/>
              <a:gd name="connsiteY5" fmla="*/ 0 h 6134582"/>
              <a:gd name="connsiteX6" fmla="*/ 683857 w 5162309"/>
              <a:gd name="connsiteY6" fmla="*/ 3035 h 6134582"/>
              <a:gd name="connsiteX7" fmla="*/ 1253589 w 5162309"/>
              <a:gd name="connsiteY7" fmla="*/ 5607 h 6134582"/>
              <a:gd name="connsiteX8" fmla="*/ 1874597 w 5162309"/>
              <a:gd name="connsiteY8" fmla="*/ 8411 h 6134582"/>
              <a:gd name="connsiteX9" fmla="*/ 2341777 w 5162309"/>
              <a:gd name="connsiteY9" fmla="*/ 10520 h 6134582"/>
              <a:gd name="connsiteX10" fmla="*/ 2808956 w 5162309"/>
              <a:gd name="connsiteY10" fmla="*/ 12629 h 6134582"/>
              <a:gd name="connsiteX11" fmla="*/ 3481240 w 5162309"/>
              <a:gd name="connsiteY11" fmla="*/ 15664 h 6134582"/>
              <a:gd name="connsiteX12" fmla="*/ 4153523 w 5162309"/>
              <a:gd name="connsiteY12" fmla="*/ 18699 h 6134582"/>
              <a:gd name="connsiteX13" fmla="*/ 4569427 w 5162309"/>
              <a:gd name="connsiteY13" fmla="*/ 20577 h 6134582"/>
              <a:gd name="connsiteX14" fmla="*/ 5139159 w 5162309"/>
              <a:gd name="connsiteY14" fmla="*/ 23149 h 6134582"/>
              <a:gd name="connsiteX15" fmla="*/ 5146644 w 5162309"/>
              <a:gd name="connsiteY15" fmla="*/ 472247 h 6134582"/>
              <a:gd name="connsiteX16" fmla="*/ 5154592 w 5162309"/>
              <a:gd name="connsiteY16" fmla="*/ 949124 h 6134582"/>
              <a:gd name="connsiteX17" fmla="*/ 5162309 w 5162309"/>
              <a:gd name="connsiteY17" fmla="*/ 1412111 h 6134582"/>
              <a:gd name="connsiteX18" fmla="*/ 4728952 w 5162309"/>
              <a:gd name="connsiteY18" fmla="*/ 1460262 h 6134582"/>
              <a:gd name="connsiteX19" fmla="*/ 4328931 w 5162309"/>
              <a:gd name="connsiteY19" fmla="*/ 1504709 h 6134582"/>
              <a:gd name="connsiteX20" fmla="*/ 4363656 w 5162309"/>
              <a:gd name="connsiteY20" fmla="*/ 1851950 h 6134582"/>
              <a:gd name="connsiteX21" fmla="*/ 4398380 w 5162309"/>
              <a:gd name="connsiteY21" fmla="*/ 2199190 h 6134582"/>
              <a:gd name="connsiteX22" fmla="*/ 3937244 w 5162309"/>
              <a:gd name="connsiteY22" fmla="*/ 2332530 h 6134582"/>
              <a:gd name="connsiteX23" fmla="*/ 3514537 w 5162309"/>
              <a:gd name="connsiteY23" fmla="*/ 2454759 h 6134582"/>
              <a:gd name="connsiteX24" fmla="*/ 3072615 w 5162309"/>
              <a:gd name="connsiteY24" fmla="*/ 2582544 h 6134582"/>
              <a:gd name="connsiteX25" fmla="*/ 2476982 w 5162309"/>
              <a:gd name="connsiteY25" fmla="*/ 2754775 h 6134582"/>
              <a:gd name="connsiteX26" fmla="*/ 1960520 w 5162309"/>
              <a:gd name="connsiteY26" fmla="*/ 2773487 h 6134582"/>
              <a:gd name="connsiteX27" fmla="*/ 1428084 w 5162309"/>
              <a:gd name="connsiteY27" fmla="*/ 2792778 h 6134582"/>
              <a:gd name="connsiteX28" fmla="*/ 879676 w 5162309"/>
              <a:gd name="connsiteY28" fmla="*/ 2812648 h 6134582"/>
              <a:gd name="connsiteX29" fmla="*/ 998895 w 5162309"/>
              <a:gd name="connsiteY29" fmla="*/ 3293499 h 6134582"/>
              <a:gd name="connsiteX30" fmla="*/ 1104225 w 5162309"/>
              <a:gd name="connsiteY30" fmla="*/ 3718329 h 6134582"/>
              <a:gd name="connsiteX31" fmla="*/ 1226916 w 5162309"/>
              <a:gd name="connsiteY31" fmla="*/ 4213185 h 6134582"/>
              <a:gd name="connsiteX32" fmla="*/ 1642216 w 5162309"/>
              <a:gd name="connsiteY32" fmla="*/ 4201147 h 6134582"/>
              <a:gd name="connsiteX33" fmla="*/ 2025569 w 5162309"/>
              <a:gd name="connsiteY33" fmla="*/ 4190035 h 6134582"/>
              <a:gd name="connsiteX34" fmla="*/ 2118745 w 5162309"/>
              <a:gd name="connsiteY34" fmla="*/ 4634619 h 6134582"/>
              <a:gd name="connsiteX35" fmla="*/ 2211921 w 5162309"/>
              <a:gd name="connsiteY35" fmla="*/ 5079203 h 6134582"/>
              <a:gd name="connsiteX36" fmla="*/ 2317251 w 5162309"/>
              <a:gd name="connsiteY36" fmla="*/ 5581776 h 6134582"/>
              <a:gd name="connsiteX37" fmla="*/ 2430683 w 5162309"/>
              <a:gd name="connsiteY37" fmla="*/ 6123008 h 6134582"/>
              <a:gd name="connsiteX38" fmla="*/ 1886210 w 5162309"/>
              <a:gd name="connsiteY38" fmla="*/ 6128679 h 6134582"/>
              <a:gd name="connsiteX39" fmla="*/ 1319514 w 5162309"/>
              <a:gd name="connsiteY39" fmla="*/ 6134582 h 6134582"/>
              <a:gd name="connsiteX40" fmla="*/ 1090335 w 5162309"/>
              <a:gd name="connsiteY40" fmla="*/ 5716967 h 6134582"/>
              <a:gd name="connsiteX41" fmla="*/ 840322 w 5162309"/>
              <a:gd name="connsiteY41" fmla="*/ 5261388 h 6134582"/>
              <a:gd name="connsiteX42" fmla="*/ 569474 w 5162309"/>
              <a:gd name="connsiteY42" fmla="*/ 4767843 h 6134582"/>
              <a:gd name="connsiteX43" fmla="*/ 277792 w 5162309"/>
              <a:gd name="connsiteY43" fmla="*/ 4236334 h 6134582"/>
              <a:gd name="connsiteX44" fmla="*/ 602462 w 5162309"/>
              <a:gd name="connsiteY44" fmla="*/ 3976598 h 6134582"/>
              <a:gd name="connsiteX45" fmla="*/ 914400 w 5162309"/>
              <a:gd name="connsiteY45" fmla="*/ 3727048 h 6134582"/>
              <a:gd name="connsiteX46" fmla="*/ 819024 w 5162309"/>
              <a:gd name="connsiteY46" fmla="*/ 3317729 h 6134582"/>
              <a:gd name="connsiteX47" fmla="*/ 734761 w 5162309"/>
              <a:gd name="connsiteY47" fmla="*/ 2956097 h 6134582"/>
              <a:gd name="connsiteX48" fmla="*/ 636607 w 5162309"/>
              <a:gd name="connsiteY48" fmla="*/ 2534856 h 6134582"/>
              <a:gd name="connsiteX49" fmla="*/ 311937 w 5162309"/>
              <a:gd name="connsiteY49" fmla="*/ 2534856 h 6134582"/>
              <a:gd name="connsiteX50" fmla="*/ 0 w 5162309"/>
              <a:gd name="connsiteY50" fmla="*/ 2534856 h 61345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</a:cxnLst>
            <a:rect l="l" t="t" r="r" b="b"/>
            <a:pathLst>
              <a:path w="5162309" h="6134582" extrusionOk="0">
                <a:moveTo>
                  <a:pt x="0" y="2534856"/>
                </a:moveTo>
                <a:cubicBezTo>
                  <a:pt x="-29054" y="2446236"/>
                  <a:pt x="6216" y="2208997"/>
                  <a:pt x="1968" y="2103930"/>
                </a:cubicBezTo>
                <a:cubicBezTo>
                  <a:pt x="-2280" y="1998863"/>
                  <a:pt x="28456" y="1798822"/>
                  <a:pt x="4051" y="1647656"/>
                </a:cubicBezTo>
                <a:cubicBezTo>
                  <a:pt x="-20354" y="1496490"/>
                  <a:pt x="49119" y="1258298"/>
                  <a:pt x="6366" y="1140685"/>
                </a:cubicBezTo>
                <a:cubicBezTo>
                  <a:pt x="-36387" y="1023072"/>
                  <a:pt x="23089" y="871492"/>
                  <a:pt x="8681" y="633714"/>
                </a:cubicBezTo>
                <a:cubicBezTo>
                  <a:pt x="-5727" y="395936"/>
                  <a:pt x="71083" y="299126"/>
                  <a:pt x="11574" y="0"/>
                </a:cubicBezTo>
                <a:cubicBezTo>
                  <a:pt x="255905" y="-40261"/>
                  <a:pt x="450680" y="82131"/>
                  <a:pt x="683857" y="3035"/>
                </a:cubicBezTo>
                <a:cubicBezTo>
                  <a:pt x="917034" y="-76061"/>
                  <a:pt x="990824" y="49458"/>
                  <a:pt x="1253589" y="5607"/>
                </a:cubicBezTo>
                <a:cubicBezTo>
                  <a:pt x="1516354" y="-38244"/>
                  <a:pt x="1731708" y="63523"/>
                  <a:pt x="1874597" y="8411"/>
                </a:cubicBezTo>
                <a:cubicBezTo>
                  <a:pt x="2017486" y="-46701"/>
                  <a:pt x="2218816" y="48111"/>
                  <a:pt x="2341777" y="10520"/>
                </a:cubicBezTo>
                <a:cubicBezTo>
                  <a:pt x="2464738" y="-27071"/>
                  <a:pt x="2608392" y="33130"/>
                  <a:pt x="2808956" y="12629"/>
                </a:cubicBezTo>
                <a:cubicBezTo>
                  <a:pt x="3009520" y="-7872"/>
                  <a:pt x="3227923" y="20212"/>
                  <a:pt x="3481240" y="15664"/>
                </a:cubicBezTo>
                <a:cubicBezTo>
                  <a:pt x="3734557" y="11116"/>
                  <a:pt x="3998254" y="41056"/>
                  <a:pt x="4153523" y="18699"/>
                </a:cubicBezTo>
                <a:cubicBezTo>
                  <a:pt x="4308792" y="-3658"/>
                  <a:pt x="4465311" y="35919"/>
                  <a:pt x="4569427" y="20577"/>
                </a:cubicBezTo>
                <a:cubicBezTo>
                  <a:pt x="4673543" y="5235"/>
                  <a:pt x="4949867" y="26996"/>
                  <a:pt x="5139159" y="23149"/>
                </a:cubicBezTo>
                <a:cubicBezTo>
                  <a:pt x="5164316" y="246800"/>
                  <a:pt x="5097262" y="259830"/>
                  <a:pt x="5146644" y="472247"/>
                </a:cubicBezTo>
                <a:cubicBezTo>
                  <a:pt x="5196026" y="684664"/>
                  <a:pt x="5139777" y="827918"/>
                  <a:pt x="5154592" y="949124"/>
                </a:cubicBezTo>
                <a:cubicBezTo>
                  <a:pt x="5169407" y="1070330"/>
                  <a:pt x="5143614" y="1253827"/>
                  <a:pt x="5162309" y="1412111"/>
                </a:cubicBezTo>
                <a:cubicBezTo>
                  <a:pt x="5054070" y="1454834"/>
                  <a:pt x="4894066" y="1435965"/>
                  <a:pt x="4728952" y="1460262"/>
                </a:cubicBezTo>
                <a:cubicBezTo>
                  <a:pt x="4563838" y="1484559"/>
                  <a:pt x="4461109" y="1442370"/>
                  <a:pt x="4328931" y="1504709"/>
                </a:cubicBezTo>
                <a:cubicBezTo>
                  <a:pt x="4382149" y="1629455"/>
                  <a:pt x="4314299" y="1773686"/>
                  <a:pt x="4363656" y="1851950"/>
                </a:cubicBezTo>
                <a:cubicBezTo>
                  <a:pt x="4413013" y="1930214"/>
                  <a:pt x="4376989" y="2071336"/>
                  <a:pt x="4398380" y="2199190"/>
                </a:cubicBezTo>
                <a:cubicBezTo>
                  <a:pt x="4234024" y="2300655"/>
                  <a:pt x="4123106" y="2260832"/>
                  <a:pt x="3937244" y="2332530"/>
                </a:cubicBezTo>
                <a:cubicBezTo>
                  <a:pt x="3751383" y="2404228"/>
                  <a:pt x="3692174" y="2379826"/>
                  <a:pt x="3514537" y="2454759"/>
                </a:cubicBezTo>
                <a:cubicBezTo>
                  <a:pt x="3336900" y="2529692"/>
                  <a:pt x="3241820" y="2509843"/>
                  <a:pt x="3072615" y="2582544"/>
                </a:cubicBezTo>
                <a:cubicBezTo>
                  <a:pt x="2903410" y="2655245"/>
                  <a:pt x="2607440" y="2694643"/>
                  <a:pt x="2476982" y="2754775"/>
                </a:cubicBezTo>
                <a:cubicBezTo>
                  <a:pt x="2288899" y="2792345"/>
                  <a:pt x="2172862" y="2758761"/>
                  <a:pt x="1960520" y="2773487"/>
                </a:cubicBezTo>
                <a:cubicBezTo>
                  <a:pt x="1748178" y="2788214"/>
                  <a:pt x="1688921" y="2776995"/>
                  <a:pt x="1428084" y="2792778"/>
                </a:cubicBezTo>
                <a:cubicBezTo>
                  <a:pt x="1167247" y="2808561"/>
                  <a:pt x="1072303" y="2753244"/>
                  <a:pt x="879676" y="2812648"/>
                </a:cubicBezTo>
                <a:cubicBezTo>
                  <a:pt x="967282" y="2940957"/>
                  <a:pt x="892605" y="3079044"/>
                  <a:pt x="998895" y="3293499"/>
                </a:cubicBezTo>
                <a:cubicBezTo>
                  <a:pt x="1105185" y="3507954"/>
                  <a:pt x="1060491" y="3591169"/>
                  <a:pt x="1104225" y="3718329"/>
                </a:cubicBezTo>
                <a:cubicBezTo>
                  <a:pt x="1147958" y="3845489"/>
                  <a:pt x="1146789" y="4010248"/>
                  <a:pt x="1226916" y="4213185"/>
                </a:cubicBezTo>
                <a:cubicBezTo>
                  <a:pt x="1362905" y="4200228"/>
                  <a:pt x="1476377" y="4237422"/>
                  <a:pt x="1642216" y="4201147"/>
                </a:cubicBezTo>
                <a:cubicBezTo>
                  <a:pt x="1808055" y="4164872"/>
                  <a:pt x="1886777" y="4238525"/>
                  <a:pt x="2025569" y="4190035"/>
                </a:cubicBezTo>
                <a:cubicBezTo>
                  <a:pt x="2078585" y="4403524"/>
                  <a:pt x="2057820" y="4431686"/>
                  <a:pt x="2118745" y="4634619"/>
                </a:cubicBezTo>
                <a:cubicBezTo>
                  <a:pt x="2179670" y="4837552"/>
                  <a:pt x="2162719" y="4898694"/>
                  <a:pt x="2211921" y="5079203"/>
                </a:cubicBezTo>
                <a:cubicBezTo>
                  <a:pt x="2261123" y="5259712"/>
                  <a:pt x="2239726" y="5401033"/>
                  <a:pt x="2317251" y="5581776"/>
                </a:cubicBezTo>
                <a:cubicBezTo>
                  <a:pt x="2394776" y="5762519"/>
                  <a:pt x="2316638" y="5899885"/>
                  <a:pt x="2430683" y="6123008"/>
                </a:cubicBezTo>
                <a:cubicBezTo>
                  <a:pt x="2236493" y="6185020"/>
                  <a:pt x="2093557" y="6091671"/>
                  <a:pt x="1886210" y="6128679"/>
                </a:cubicBezTo>
                <a:cubicBezTo>
                  <a:pt x="1678863" y="6165687"/>
                  <a:pt x="1559582" y="6078041"/>
                  <a:pt x="1319514" y="6134582"/>
                </a:cubicBezTo>
                <a:cubicBezTo>
                  <a:pt x="1234540" y="6046057"/>
                  <a:pt x="1241753" y="5896195"/>
                  <a:pt x="1090335" y="5716967"/>
                </a:cubicBezTo>
                <a:cubicBezTo>
                  <a:pt x="938917" y="5537739"/>
                  <a:pt x="942595" y="5425219"/>
                  <a:pt x="840322" y="5261388"/>
                </a:cubicBezTo>
                <a:cubicBezTo>
                  <a:pt x="738049" y="5097557"/>
                  <a:pt x="650750" y="4885405"/>
                  <a:pt x="569474" y="4767843"/>
                </a:cubicBezTo>
                <a:cubicBezTo>
                  <a:pt x="488198" y="4650281"/>
                  <a:pt x="386302" y="4344322"/>
                  <a:pt x="277792" y="4236334"/>
                </a:cubicBezTo>
                <a:cubicBezTo>
                  <a:pt x="415975" y="4096643"/>
                  <a:pt x="484629" y="4093255"/>
                  <a:pt x="602462" y="3976598"/>
                </a:cubicBezTo>
                <a:cubicBezTo>
                  <a:pt x="720295" y="3859941"/>
                  <a:pt x="831705" y="3797990"/>
                  <a:pt x="914400" y="3727048"/>
                </a:cubicBezTo>
                <a:cubicBezTo>
                  <a:pt x="848952" y="3537597"/>
                  <a:pt x="865899" y="3447461"/>
                  <a:pt x="819024" y="3317729"/>
                </a:cubicBezTo>
                <a:cubicBezTo>
                  <a:pt x="772150" y="3187997"/>
                  <a:pt x="778945" y="3104724"/>
                  <a:pt x="734761" y="2956097"/>
                </a:cubicBezTo>
                <a:cubicBezTo>
                  <a:pt x="690576" y="2807470"/>
                  <a:pt x="684941" y="2634794"/>
                  <a:pt x="636607" y="2534856"/>
                </a:cubicBezTo>
                <a:cubicBezTo>
                  <a:pt x="480377" y="2541390"/>
                  <a:pt x="393883" y="2509843"/>
                  <a:pt x="311937" y="2534856"/>
                </a:cubicBezTo>
                <a:cubicBezTo>
                  <a:pt x="229991" y="2559869"/>
                  <a:pt x="116367" y="2507868"/>
                  <a:pt x="0" y="2534856"/>
                </a:cubicBezTo>
                <a:close/>
              </a:path>
            </a:pathLst>
          </a:custGeom>
          <a:noFill/>
          <a:ln w="57150">
            <a:solidFill>
              <a:srgbClr val="FF0000"/>
            </a:solidFill>
            <a:prstDash val="sysDash"/>
            <a:extLst>
              <a:ext uri="{C807C97D-BFC1-408E-A445-0C87EB9F89A2}">
                <ask:lineSketchStyleProps xmlns:ask="http://schemas.microsoft.com/office/drawing/2018/sketchyshapes" sd="1051090828">
                  <a:custGeom>
                    <a:avLst/>
                    <a:gdLst>
                      <a:gd name="connsiteX0" fmla="*/ 0 w 5162309"/>
                      <a:gd name="connsiteY0" fmla="*/ 2534856 h 6134582"/>
                      <a:gd name="connsiteX1" fmla="*/ 11574 w 5162309"/>
                      <a:gd name="connsiteY1" fmla="*/ 0 h 6134582"/>
                      <a:gd name="connsiteX2" fmla="*/ 5139159 w 5162309"/>
                      <a:gd name="connsiteY2" fmla="*/ 23149 h 6134582"/>
                      <a:gd name="connsiteX3" fmla="*/ 5162309 w 5162309"/>
                      <a:gd name="connsiteY3" fmla="*/ 1412111 h 6134582"/>
                      <a:gd name="connsiteX4" fmla="*/ 4328931 w 5162309"/>
                      <a:gd name="connsiteY4" fmla="*/ 1504709 h 6134582"/>
                      <a:gd name="connsiteX5" fmla="*/ 4398380 w 5162309"/>
                      <a:gd name="connsiteY5" fmla="*/ 2199190 h 6134582"/>
                      <a:gd name="connsiteX6" fmla="*/ 2476982 w 5162309"/>
                      <a:gd name="connsiteY6" fmla="*/ 2754775 h 6134582"/>
                      <a:gd name="connsiteX7" fmla="*/ 879676 w 5162309"/>
                      <a:gd name="connsiteY7" fmla="*/ 2812648 h 6134582"/>
                      <a:gd name="connsiteX8" fmla="*/ 1226916 w 5162309"/>
                      <a:gd name="connsiteY8" fmla="*/ 4213185 h 6134582"/>
                      <a:gd name="connsiteX9" fmla="*/ 2025569 w 5162309"/>
                      <a:gd name="connsiteY9" fmla="*/ 4190035 h 6134582"/>
                      <a:gd name="connsiteX10" fmla="*/ 2430683 w 5162309"/>
                      <a:gd name="connsiteY10" fmla="*/ 6123008 h 6134582"/>
                      <a:gd name="connsiteX11" fmla="*/ 1319514 w 5162309"/>
                      <a:gd name="connsiteY11" fmla="*/ 6134582 h 6134582"/>
                      <a:gd name="connsiteX12" fmla="*/ 277792 w 5162309"/>
                      <a:gd name="connsiteY12" fmla="*/ 4236334 h 6134582"/>
                      <a:gd name="connsiteX13" fmla="*/ 914400 w 5162309"/>
                      <a:gd name="connsiteY13" fmla="*/ 3727048 h 6134582"/>
                      <a:gd name="connsiteX14" fmla="*/ 636607 w 5162309"/>
                      <a:gd name="connsiteY14" fmla="*/ 2534856 h 6134582"/>
                      <a:gd name="connsiteX15" fmla="*/ 0 w 5162309"/>
                      <a:gd name="connsiteY15" fmla="*/ 2534856 h 6134582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</a:cxnLst>
                    <a:rect l="l" t="t" r="r" b="b"/>
                    <a:pathLst>
                      <a:path w="5162309" h="6134582">
                        <a:moveTo>
                          <a:pt x="0" y="2534856"/>
                        </a:moveTo>
                        <a:lnTo>
                          <a:pt x="11574" y="0"/>
                        </a:lnTo>
                        <a:lnTo>
                          <a:pt x="5139159" y="23149"/>
                        </a:lnTo>
                        <a:lnTo>
                          <a:pt x="5162309" y="1412111"/>
                        </a:lnTo>
                        <a:lnTo>
                          <a:pt x="4328931" y="1504709"/>
                        </a:lnTo>
                        <a:lnTo>
                          <a:pt x="4398380" y="2199190"/>
                        </a:lnTo>
                        <a:lnTo>
                          <a:pt x="2476982" y="2754775"/>
                        </a:lnTo>
                        <a:lnTo>
                          <a:pt x="879676" y="2812648"/>
                        </a:lnTo>
                        <a:lnTo>
                          <a:pt x="1226916" y="4213185"/>
                        </a:lnTo>
                        <a:lnTo>
                          <a:pt x="2025569" y="4190035"/>
                        </a:lnTo>
                        <a:lnTo>
                          <a:pt x="2430683" y="6123008"/>
                        </a:lnTo>
                        <a:lnTo>
                          <a:pt x="1319514" y="6134582"/>
                        </a:lnTo>
                        <a:lnTo>
                          <a:pt x="277792" y="4236334"/>
                        </a:lnTo>
                        <a:lnTo>
                          <a:pt x="914400" y="3727048"/>
                        </a:lnTo>
                        <a:lnTo>
                          <a:pt x="636607" y="2534856"/>
                        </a:lnTo>
                        <a:lnTo>
                          <a:pt x="0" y="2534856"/>
                        </a:lnTo>
                        <a:close/>
                      </a:path>
                    </a:pathLst>
                  </a:cu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885798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fd1c0902-ed92-4fed-896d-2e7725de02d4}" enabled="1" method="Standard" siteId="{d6b0bbee-7cd9-4d60-bce6-4a67b543e2ae}" contentBits="2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3762</TotalTime>
  <Words>39</Words>
  <Application>Microsoft Office PowerPoint</Application>
  <PresentationFormat>Widescreen</PresentationFormat>
  <Paragraphs>21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BOUZIANI Abdelaziz (AMPERE)</dc:creator>
  <cp:lastModifiedBy>BOUZIANI Abdelaziz (AMPERE)</cp:lastModifiedBy>
  <cp:revision>6</cp:revision>
  <dcterms:created xsi:type="dcterms:W3CDTF">2026-01-03T11:04:07Z</dcterms:created>
  <dcterms:modified xsi:type="dcterms:W3CDTF">2026-01-17T11:14:47Z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lassificationContentMarkingFooterLocations">
    <vt:lpwstr>Office Theme:8</vt:lpwstr>
  </property>
  <property fmtid="{D5CDD505-2E9C-101B-9397-08002B2CF9AE}" pid="3" name="ClassificationContentMarkingFooterText">
    <vt:lpwstr>Confidential C</vt:lpwstr>
  </property>
</Properties>
</file>