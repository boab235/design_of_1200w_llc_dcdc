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1253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3T11:11:40.099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667 2 24575,'-117'-1'0,"-129"3"0,171 9 0,50-7 0,-48 3 0,60-6 33,0 1-1,0 0 1,-15 4-1,-18 3-1527,29-7-5331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3T11:11:44.188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0 24575,'-1'79'0,"3"88"0,-2-165 0,0 0 0,1 0 0,-1 0 0,0 1 0,1-1 0,0 0 0,-1 0 0,1 0 0,0 0 0,0 0 0,0-1 0,0 1 0,0 0 0,2 1 0,-2-2 0,0 0 0,0 0 0,0 0 0,0-1 0,0 1 0,0-1 0,0 1 0,0-1 0,1 1 0,-1-1 0,0 0 0,0 1 0,0-1 0,0 0 0,1 0 0,-1 0 0,0 0 0,2 0 0,1-1 0,-1 0 0,0 0 0,1 0 0,-1 0 0,0 0 0,0-1 0,1 0 0,-1 0 0,-1 0 0,1 0 0,0 0 0,0 0 0,-1-1 0,1 1 0,2-5 0,12-18 0,-13 18 0,0 0 0,0 0 0,1 0 0,0 1 0,1 0 0,9-9 0,-14 14 0,1 0 0,-1 0 0,0 1 0,1-1 0,-1 1 0,0-1 0,1 1 0,-1-1 0,1 1 0,-1-1 0,0 1 0,1 0 0,-1 0 0,1 0 0,-1 0 0,1 0 0,1 1 0,-1-1 0,1 1 0,-1 0 0,0 0 0,1 0 0,-1 1 0,0-1 0,0 1 0,0-1 0,0 1 0,0-1 0,-1 1 0,1 0 0,2 3 0,1 2 0,0 1 0,-1-1 0,0 1 0,5 13 0,-6-13 0,1 0 0,-1 0 0,2 0 0,-1-1 0,8 10 0,-3-5 0,-5-7 0,-1 0 0,1-1 0,0 1 0,0-1 0,1 0 0,6 5 0,-10-9 0,-1 0 0,1 1 0,-1-1 0,1 0 0,-1 0 0,1 0 0,0 1 0,-1-1 0,1 0 0,-1 0 0,1 0 0,-1 0 0,1 0 0,-1 0 0,1 0 0,0 0 0,-1 0 0,1-1 0,-1 1 0,1 0 0,-1 0 0,1 0 0,-1-1 0,1 1 0,-1 0 0,1 0 0,0-2 0,0 1 0,1-1 0,-1 0 0,0 0 0,0 0 0,0 0 0,0 1 0,-1-2 0,1 1 0,0 0 0,-1 0 0,1-4 0,0 1 0,0 1 0,0 0 0,0-1 0,0 1 0,1 0 0,-1 0 0,1 0 0,1 0 0,-1 0 0,0 0 0,6-6 0,-6 9 0,-1 0 0,1 0 0,-1 0 0,1 0 0,-1 0 0,1 0 0,0 0 0,0 1 0,-1-1 0,1 1 0,0-1 0,0 1 0,0 0 0,0-1 0,-1 1 0,1 0 0,0 0 0,0 0 0,0 1 0,0-1 0,0 0 0,-1 1 0,1-1 0,0 1 0,0 0 0,-1 0 0,1-1 0,0 1 0,-1 0 0,1 0 0,2 3 0,6 3 0,0 2 0,0 0 0,0 0 0,13 18 0,6 5 0,-29-31 0,0-1 0,1 1 0,0 0 0,-1-1 0,1 1 0,-1-1 0,1 1 0,0-1 0,-1 1 0,1-1 0,0 0 0,0 1 0,-1-1 0,1 0 0,0 0 0,0 1 0,0-1 0,-1 0 0,1 0 0,0 0 0,0 0 0,0 0 0,-1 0 0,1 0 0,0 0 0,0 0 0,0 0 0,1-1 0,-1 0 0,1 0 0,-1 0 0,0 0 0,1-1 0,-1 1 0,0 0 0,0-1 0,0 1 0,0-1 0,0 1 0,0-1 0,1-2 0,3-8 0,-1 0 0,6-25 0,-8 30 0,2-15 0,-1 0 0,-1-1 0,0-29 0,0-13 0,-2 63 0,0 1 0,0-1 0,0 0 0,0 1 0,0-1 0,1 0 0,-1 1 0,1-1 0,-1 0 0,1 1 0,0-1 0,-1 1 0,1-1 0,0 1 0,0-1 0,0 1 0,0 0 0,1-2 0,-1 3 0,0 0 0,0-1 0,0 1 0,-1 0 0,1 0 0,0 0 0,0 0 0,0 0 0,0 0 0,-1 0 0,1 0 0,0 0 0,0 0 0,0 0 0,-1 0 0,1 1 0,0-1 0,0 0 0,0 1 0,-1-1 0,1 0 0,0 1 0,-1-1 0,1 1 0,0 0 0,4 3 0,-1 0 0,1 0 0,-1 1 0,0-1 0,-1 1 0,1 0 0,-1 0 0,4 9 0,5 16 0,-10-24 0,0 1 0,1-1 0,0 0 0,0 0 0,0 0 0,1 0 0,0 0 0,0-1 0,0 1 0,6 4 0,-6-6 9,-1 1 0,1 0 0,-1 0 0,1 1 0,-2-1 0,1 1 0,0-1-1,-1 1 1,0 0 0,-1 0 0,1 0 0,-1 0 0,0 0 0,0 7 0,0-4-197,0-1 1,0 0 0,1 0-1,1 0 1,-1 0 0,1 0-1,5 9 1,-1-5-6639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3T11:11:45.851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1 113 24575,'4'-4'0,"5"-5"0,4-1 0,5-2 0,2 0 0,2 3 0,1-2 0,0 3 0,1 1 0,-5-2 0,-1 2 0,0 1 0,0 1 0,2 3 0,0 0 0,-2 2-8191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3T11:11:53.085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1 24575,'76'0'0,"105"13"0,-88 2 0,113 33 0,-129-29 0,1-3 0,106 8 0,-168-21 0,0 0 0,0 1 0,0 0 0,30 14 0,59 35 0,-62-30 0,-31-16 0,1 1 0,-2 0 0,1 0 0,-1 2 0,0-1 0,-1 1 0,0 1 0,-1 0 0,0 0 0,0 1 0,9 19 0,-10-19 0,-1 0 0,-1 1 0,0 1 0,-1-1 0,0 1 0,-1-1 0,-1 1 0,0 0 0,-1 1 0,0-1 0,-1 0 0,-2 25 0,-1 407 0,1-432 0,-1 1 0,-1-1 0,0 0 0,-1 0 0,-1 0 0,0 0 0,-9 17 0,-10 28 0,-3 12 0,18-51 0,1 0 0,1 1 0,1 0 0,1 0 0,0 1 0,-2 38 0,4-13 0,-2 0 0,-2-1 0,-20 70 0,17-72 0,3 0 0,-4 77 0,13 93 0,0-82 0,-2 645 0,-2-740 0,-12 65 0,8-67 0,-17 75 0,1 23 0,19-120 0,0 0 0,-1 1 0,-9 19 0,-8 28 0,17-47 0,-1 0 0,0-1 0,-1 1 0,-9 14 0,-14 36 0,13-12 0,11-34 0,0-1 0,-1 1 0,-1-1 0,-1 0 0,0 0 0,-1-1 0,-11 16 0,4-13 0,-59 70 0,65-78 0,1 0 0,1 1 0,0 1 0,0 0 0,-7 16 0,-3 5 0,13-26 0,-1 0 0,0-1 0,0 1 0,-1-1 0,0-1 0,-12 9 0,-23 24 0,-13 21 0,25-25 0,-70 63 0,50-60 80,38-30-441,0 0-1,1 1 1,-17 16 0,16-10-6465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3T11:12:13.729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0 24575,'23'2'0,"1"1"0,0 1 0,-1 1 0,45 16 0,-33-10 0,-10-3 0,10 2 0,46 20 0,-79-29 0,1 0 0,-1 1 0,1-1 0,-1 1 0,0-1 0,0 1 0,0 0 0,0 0 0,0 0 0,0 0 0,0 0 0,-1 1 0,1-1 0,-1 0 0,1 1 0,-1-1 0,2 6 0,-1 0 0,-1-1 0,0 1 0,0 0 0,0 14 0,-1-14 0,0 0 0,1 0 0,0 0 0,3 14 0,-3-21 0,0 1 0,0 0 0,0 0 0,0 0 0,0-1 0,0 1 0,1 0 0,-1-1 0,1 1 0,-1-1 0,1 0 0,-1 1 0,1-1 0,0 0 0,0 0 0,0 0 0,0 0 0,-1-1 0,1 1 0,0 0 0,0-1 0,0 1 0,3-1 0,6 2 0,1-1 0,-1-1 0,13 0 0,-8-1 0,47 1 0,0-2 0,0-3 0,80-18 0,-94 10 0,1 3 0,0 2 0,84-3 0,-23 12-1365,-92 0-5461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3T11:12:18.310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2606 1 24575,'0'3'0,"-1"1"0,-1-1 0,1 0 0,-1 0 0,1 0 0,-1 0 0,0 0 0,0 0 0,-2 3 0,-5 7 0,-112 230 0,112-222 0,-19 39 0,-8 20 0,-68 114 0,62-122 0,26-42 0,-26 35 0,-79 120 0,100-159 0,-1-1 0,-1-1 0,-1-1 0,-37 27 0,35-31 0,-34 18 0,44-28 0,2-2 0,-1-1 0,1-1 0,-1 0 0,-18 3 0,-11 4 0,-68 15 0,22-7 0,57-13 0,-1-1 0,-53 3 0,4-2 0,-22 1 0,-151-6 0,117-4 0,-575 2-1365,695 0-5461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3T11:12:38.197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 1851 24575,'-1'-99'0,"2"-107"0,10 122 0,-6 55 0,2-46 0,-8-704 0,1 770 0,0 0 0,1 1 0,0-1 0,1 1 0,0-1 0,0 1 0,0 0 0,1-1 0,8-13 0,-4 10 0,0 2 0,1-1 0,0 1 0,1 1 0,19-17 0,10-12 0,-29 28 0,0 0 0,2 0 0,-1 1 0,22-14 0,-12 10 0,32-27 0,-38 28 0,0 1 0,1 0 0,1 1 0,16-8 0,20-9 0,92-64 0,-137 86 0,0 2 0,0-1 0,0 1 0,1 0 0,-1 1 0,1 0 0,-1 0 0,1 1 0,15-2 0,8 2 0,39 4 0,-16-1 0,-26-3 0,50-9 0,-47 5 0,33-1 0,-44 4 0,37-7 0,-37 5 0,39-3 0,239 7 0,-282 1 0,0 1 0,0 1 0,17 4 0,10 3 0,4-1 0,-29-5 0,1 0 0,31 1 0,-45-5 0,0 1 0,-1-1 0,1 1 0,-1 0 0,1 0 0,-1 1 0,0-1 0,1 1 0,-1 0 0,0 0 0,7 5 0,-1 1 0,0 0 0,16 18 0,1 2 0,-18-21 0,-1-1 0,1 0 0,0-1 0,14 7 0,-14-8 0,0 1 0,0-1 0,-1 2 0,0-1 0,13 12 0,88 84 0,-105-96 0,1 0 0,0 0 0,-1 1 0,0 0 0,-1 0 0,1 0 0,-1 0 0,0 0 0,2 9 0,-1-6 0,-1-1 0,1 1 0,0-1 0,1 0 0,6 7 0,93 132 0,-63-86 0,131 214 0,-130-192 0,37 67 0,-48-88 0,-23-44 0,1 0 0,1 0 0,13 17 0,42 63 0,-18-25 0,-25-47 0,1 0 0,0-2 0,2-1 0,43 32 0,-33-29 0,2-1 0,1-2 0,0-2 0,78 31 0,-96-45 0,120 42 0,-117-43 0,1-1 0,-1-1 0,1-1 0,29 0 0,-40-3 0,16 1 0,-1-2 0,1 0 0,-1-2 0,0-1 0,31-9 0,-58 13 0,0 0 0,1-1 0,-1 1 0,0 0 0,1-1 0,-1 1 0,0-1 0,0 1 0,0-1 0,0 0 0,0 1 0,1-1 0,-1 0 0,0 0 0,-1 0 0,1 0 0,0 0 0,0 0 0,0 0 0,-1 0 0,1 0 0,0 0 0,-1-1 0,1 1 0,-1 0 0,1 0 0,-1-1 0,1 0 0,-2 0 0,1 1 0,-1 0 0,1 0 0,-1 0 0,0-1 0,1 1 0,-1 0 0,0 0 0,0 0 0,0 0 0,0 0 0,0 0 0,0 1 0,0-1 0,0 0 0,0 0 0,0 1 0,0-1 0,-1 1 0,1-1 0,0 1 0,0-1 0,-1 1 0,1 0 0,0-1 0,-1 1 0,-1 0 0,-6-1 0,-1 1 0,1 0 0,0 0 0,0 1 0,0 0 0,0 0 0,-1 1 0,2 0 0,-18 7 0,21-7 0,1-1 0,0 1 0,-1 0 0,1 0 0,0 1 0,0-1 0,1 1 0,-1 0 0,1 0 0,-1 0 0,1 0 0,0 1 0,0-1 0,0 1 0,0 0 0,1 0 0,0 0 0,-1 0 0,2 0 0,-1 0 0,-2 7 0,4-9 0,0 0 0,0 0 0,0 0 0,0 0 0,0 0 0,1 0 0,-1-1 0,0 1 0,1 0 0,0 0 0,-1 0 0,1 0 0,0-1 0,0 1 0,0 0 0,0-1 0,0 1 0,0-1 0,3 3 0,-1-1 0,0 0 0,0 0 0,1-1 0,-1 0 0,1 0 0,0 0 0,0 0 0,0 0 0,4 1 0,-4-2 0,0 1 0,0-1 0,0 0 0,0-1 0,0 1 0,0-1 0,0 1 0,0-1 0,0 0 0,0-1 0,0 1 0,0-1 0,0 0 0,0 0 0,0 0 0,0 0 0,0-1 0,0 1 0,-1-1 0,5-2 0,-7 3 3,0 0 0,-1 1-1,1-1 1,0 0 0,0 0-1,-1 0 1,1 0 0,0 0-1,-1 0 1,1 0 0,-1 0-1,1 0 1,-1 0-1,1 0 1,-1 0 0,0 0-1,0 0 1,1 0 0,-1 0-1,0 0 1,0 0 0,0 0-1,0-1 1,0 1 0,-1 0-1,1 0 1,0 0 0,0 0-1,-1 0 1,1 0 0,-1 0-1,1 0 1,-1 0 0,1 0-1,-1 0 1,0 0 0,1 0-1,-1 0 1,0 0 0,0 1-1,1-1 1,-1 0 0,0 1-1,-1-2 1,0 1-71,0 0 1,0 0-1,0 0 1,0 0-1,0 0 1,0 0-1,0 0 1,0 1-1,-1-1 1,1 1-1,0-1 1,0 1-1,-1 0 1,1 0-1,0 0 1,0 0-1,-1 1 1,1-1-1,0 1 1,0-1-1,-4 2 1,0 3-6759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3T11:13:12.489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1 24575,'0'0'-8191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3T11:13:19.15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1 24575,'0'0'-8191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3T20:45:28.397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1031 1 24097,'-1030'65'0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3T20:45:33.648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230 0 24575,'-2'7'0,"0"-1"0,0 1 0,0-1 0,-1 0 0,0 0 0,0 0 0,-1 0 0,0-1 0,0 0 0,-7 8 0,1 1 0,-11 13 0,13-17 0,-1 1 0,2 1 0,-1-1 0,2 1 0,-9 19 0,8-14 14,-1-1 0,-1 1-1,-14 20 1,16-28-156,0 2 0,0-1 0,1 1 0,1 0 0,0 0 0,0 1 0,1 0 0,1 0 0,-4 20 0,5-6-6684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3T20:45:37.575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0 24575,'5'6'0,"8"1"0,1 5 0,4 7 0,4-1 0,-1 3 0,1 2 0,-3 4 0,0-4 0,3 6 0,-2 4 0,0-5 0,-3-1 0,-4 1 0,-5 0 0,-3 1 0,-3-4-8191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3T20:45:40.704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1319 1 24117,'-1318'160'0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3T20:45:44.662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0 24575,'0'0'-8191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3T20:45:51.541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0 24575,'2'36'0,"1"0"0,3 0 0,0-1 0,22 67 0,-8-50 0,-14-39 0,0 0 0,-2 0 0,1 1 0,3 26 0,-4 96-518,-5-116-329,1 8-5979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3T20:45:55.276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844 1005 24575,'0'-581'0,"-2"554"0,-1 0 0,-12-49 0,2 13 0,11 54 0,0-1 0,-1 1 0,-1 0 0,1 0 0,-1 0 0,-1 0 0,0 1 0,0-1 0,-1 1 0,-11-12 0,-1 1 0,0 1 0,-38-28 0,48 41 0,0 0 0,-1 1 0,1 0 0,-1 0 0,0 1 0,0 0 0,0 0 0,0 1 0,-1 0 0,-15 0 0,-13 0 0,-52 5 0,29 0 0,37-2 0,0 0 0,0 2 0,-33 7 0,48-8 0,-1 1 0,1 0 0,0 1 0,0 0 0,0 0 0,1 1 0,0 0 0,-1 1 0,2-1 0,-1 2 0,-7 7 0,6-6 0,1-1 0,-1 1 0,-12 7 0,16-13 0,0 1 0,1 0 0,-1 0 0,1 0 0,0 0 0,0 1 0,0 0 0,0 0 0,1 0 0,0 0 0,-1 0 0,2 1 0,-1 0 0,0-1 0,1 1 0,0 0 0,0 0 0,-2 8 0,0 25 0,2 1 0,1 0 0,5 43 0,-1 8 0,-1-59 0,0 0 0,2 0 0,2-1 0,1 0 0,1 0 0,1 0 0,17 35 0,-17-39 0,-1 0 0,-2 1 0,0 0 0,2 37 0,-8-62 0,3 15 0,1-1 0,0 0 0,1 0 0,8 16 0,-6-17 0,-1 1 0,-1 0 0,6 32 0,-9-22 0,2-1 0,1 0 0,0 0 0,2-1 0,14 35 0,-16-48-273,-2 0 0,1 0 0,-1 1 0,2 18 0,-2-5-6553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3T20:46:07.781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187 0 24575,'-2'18'0,"-1"-1"0,-1 0 0,0 0 0,-1 0 0,-13 29 0,10-24 0,-32 74 0,18-43 0,-23 76 0,40-103 0,1-1 0,1 1 0,1 43 0,2-40 0,-1 1 0,-7 42 0,1-40-1365,2-5-5461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3T20:46:03.871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1 24575,'0'0'0,"0"5"0,0 8 0,0 6 0,0 6 0,0-1-8191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3T20:46:06.284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0 24575,'0'6'0,"0"6"0,0 8 0,0 5 0,0 5 0,0 1 0,0 2 0,0 1 0,0-1 0,0 1 0,0-1 0,0 0 0,0-1 0,0 0 0,0 0 0,0-5-8191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3T20:46:17.394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366 2272 24575,'0'-453'0,"1"438"0,1 0 0,1 0 0,0 0 0,1 0 0,1 0 0,0 1 0,1 0 0,13-23 0,-11 21 0,0-1 0,-1 1 0,0-1 0,-2-1 0,7-30 0,11-95 0,-13 87 0,5-21 0,-8 41 0,-1 1 0,-1-1 0,-3 0 0,-3-71 0,0 54 0,1 35 0,-2 0 0,0 1 0,-1 0 0,-1 0 0,-1 0 0,-10-27 0,-52-91 0,45 97 0,-20-58 0,8 17 0,-25-25 0,-3-4 0,49 85 0,0 0 0,-1 2 0,-1-1 0,-1 2 0,-35-34 0,28 23 0,21 28 0,0-1 0,0 0 0,0 1 0,-1 0 0,1-1 0,-1 1 0,0 0 0,0 0 0,0 0 0,0 1 0,-1-1 0,1 1 0,-1 0 0,1 0 0,-1 0 0,-5-2 0,9 4 0,-1 0 0,1 0 0,0 0 0,-1 0 0,1 0 0,0 0 0,-1 0 0,1 0 0,0 0 0,0 0 0,-1 0 0,1 0 0,0 0 0,-1 0 0,1 0 0,0 0 0,0 1 0,-1-1 0,1 0 0,0 0 0,-1 0 0,1 0 0,0 1 0,0-1 0,0 0 0,-1 0 0,1 1 0,0-1 0,0 0 0,0 0 0,0 1 0,-1-1 0,1 0 0,0 0 0,0 1 0,1 14 0,11 20 0,-11-31 0,10 25 0,-6-14 0,0-1 0,1 0 0,13 22 0,42 74 0,-17-25 0,-28-55 0,22 63 0,-9-20 0,-17-42 0,-8-20 0,0-1 0,1 0 0,0 0 0,0 0 0,1 0 0,14 16 0,17 14 0,2 2 0,66 90 0,-96-117 0,-1 0 0,-1 0 0,-1 1 0,8 27 0,12 71 0,-15-54 0,-2-14 0,-3 0 0,2 57 0,-10 96 0,0-67 0,2-102 0,-2-1 0,-1 1 0,-7 35 0,6-48 0,-1 0 0,-1 0 0,-1 0 0,0-1 0,-1 0 0,-17 25 0,9-16-151,1 0-1,1 1 0,1 1 0,1 0 1,2 0-1,0 1 0,2 0 1,-6 41-1,11-42-6674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3T20:47:23.548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 1 24575,'0'612'-1365,"0"-585"-5461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3T20:47:25.525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193 0 24119,'-192'805'0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3T20:47:27.259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336 1 24575,'-2'29'0,"0"1"0,-2 0 0,-12 51 0,-37 85 0,2-5 0,23-55 0,-30 123 0,49-188 0,-38 149 0,39-156 0,-7 49 0,3-15 0,5-26 0,3 1 0,0 44 0,-1 5 0,1-66-1365,-3-5-5461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3T20:48:27.118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1 24575,'0'0'-8191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8629F-564A-4B1F-8895-E8BABA7F5E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520F9E-3A68-C2E6-97AF-BE6B8E5362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E10D1-DD6A-8995-B750-7C858F460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2910E-7853-42B9-AE09-83A028DD2DC6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04DEC2-D501-B90A-6ADD-D77711076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752A09-F086-BA2C-925F-E2412FA10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DB391-00B9-4C38-BDAA-F0D3DDCED8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5400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F1323-1D36-FE8D-0E5B-0B1F7895A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68AFE6-9352-5C97-0786-5EF55F7A1D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50B44B-1EC4-7198-4B22-35E1ED419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2910E-7853-42B9-AE09-83A028DD2DC6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66B980-ECE6-65ED-1793-1EB9AFFDB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51C909-6A95-2FE5-6EE4-084929B3E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DB391-00B9-4C38-BDAA-F0D3DDCED8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7824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C1633-7081-1029-0F79-A055D8138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F524EC-1353-B06A-6A36-3206EA5205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348FBF-E232-AA8B-05B4-AC8952D13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2910E-7853-42B9-AE09-83A028DD2DC6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662457-30AC-5529-C407-FFB19938E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2EC328-CFF3-6F8A-38EA-26F88D1AB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DB391-00B9-4C38-BDAA-F0D3DDCED8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847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5C9A7-A240-511A-AB16-5D6447E66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0BBFDC-B0EE-B9AE-FE87-DAC9412C52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405713-6A51-3014-702A-20354F1AA8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AAC243-860F-60D8-029F-AFCE47B60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2910E-7853-42B9-AE09-83A028DD2DC6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3E08FE-128E-2F86-F1EF-4C5413460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E03B8C-6CC3-38EE-13EC-0FD66D9B3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DB391-00B9-4C38-BDAA-F0D3DDCED8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5188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C51A1-6216-199F-85A5-F0AEB82ED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4E0530-F851-A8DC-83F4-02F3F85C45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93AE06-97D4-1FB1-9B84-BDCA1A2C7D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2E29B3-AAEF-509A-92C8-4B29770F1A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611354-FC96-C2D8-79CB-2BB3CDAC45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C83B69-27FC-70A7-002C-4551AC26D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2910E-7853-42B9-AE09-83A028DD2DC6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CEFE5B-1EEA-61E0-E837-A5EE5E2EE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8E2EF6-E7E5-3F4E-D2C7-5F5709EB8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DB391-00B9-4C38-BDAA-F0D3DDCED8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7832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359C6-3FEA-AA56-726C-2B1DA4F26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9D825E-F2D6-9263-1D17-68C295B65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2910E-7853-42B9-AE09-83A028DD2DC6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BEB0F3-F65C-3F0A-0118-75F443EF5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F0B615-608B-C55F-E2A5-CDD35DE42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DB391-00B9-4C38-BDAA-F0D3DDCED8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9109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C45E44-EF61-906B-9A53-10507F29E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2910E-7853-42B9-AE09-83A028DD2DC6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B58264-25F0-3C7C-B8EF-AE935BB43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87EF8A-DC5D-C248-FA86-811616C60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DB391-00B9-4C38-BDAA-F0D3DDCED8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690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CD215-60D1-62D3-E567-7CE5F6AD3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D77A88-2F05-B86A-D641-B460FFEC77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6C24FC-CD0C-88EE-5EC0-5B33E0D35E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3430DE-0249-2CBF-83D3-2C3E59CA4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2910E-7853-42B9-AE09-83A028DD2DC6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828504-023D-4F46-6AEC-50BFBBFC7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ADC2AC-05A5-2128-5667-19B3A7E8E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DB391-00B9-4C38-BDAA-F0D3DDCED8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6495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C9915-ED8E-E97A-397F-F156FE5A5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24B9BF-421C-AC81-7229-C43463747E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0A8377-6136-56AF-4DDA-920E126F86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38DC00-52AD-5A39-CD5F-0E747B449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2910E-7853-42B9-AE09-83A028DD2DC6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683D54-BBAD-52D9-00C7-14E016E28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630FAC-9F63-FB17-22BB-107AEDE30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DB391-00B9-4C38-BDAA-F0D3DDCED8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257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00FE3-97A9-49C2-A606-C66A1E0E6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3DF12B-70EF-D168-BAC4-15A89E2D5D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73BD14-2213-7088-6949-F5CC7A39A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2910E-7853-42B9-AE09-83A028DD2DC6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64D53C-3B40-A873-CFC1-CD0882A55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4F6856-3109-972B-48E1-8DA8B34C1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DB391-00B9-4C38-BDAA-F0D3DDCED8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2032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F55240-0BFD-6089-9315-F23D4F8BC8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97965C-C783-04B6-74C7-FFD08A726D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7D0E21-EE9D-77E8-C412-7F41B3452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2910E-7853-42B9-AE09-83A028DD2DC6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D4AF87-8C16-318F-34E8-353DE42C6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B9A714-8E3F-877E-2B8D-47D200EB4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DB391-00B9-4C38-BDAA-F0D3DDCED8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7225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45FFCC5-47F9-8360-8474-F7D8A1EA8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11A454-3A5E-857E-D079-2CB341BC22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9AA6CB-DF49-F736-581C-0367F25E11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52910E-7853-42B9-AE09-83A028DD2DC6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52E9F4-E833-98E2-5AC6-5DC3D88C8E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61A41E-4C29-7752-0B0B-EA0AA0D5A3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DDB391-00B9-4C38-BDAA-F0D3DDCED836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7CE492-CF98-FC04-0065-831420FAFA55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1334750" y="6642100"/>
            <a:ext cx="82867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Confidential C</a:t>
            </a:r>
          </a:p>
        </p:txBody>
      </p:sp>
    </p:spTree>
    <p:extLst>
      <p:ext uri="{BB962C8B-B14F-4D97-AF65-F5344CB8AC3E}">
        <p14:creationId xmlns:p14="http://schemas.microsoft.com/office/powerpoint/2010/main" val="3678206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customXml" Target="../ink/ink5.xml"/><Relationship Id="rId18" Type="http://schemas.openxmlformats.org/officeDocument/2006/relationships/image" Target="../media/image10.png"/><Relationship Id="rId26" Type="http://schemas.openxmlformats.org/officeDocument/2006/relationships/customXml" Target="../ink/ink12.xml"/><Relationship Id="rId39" Type="http://schemas.openxmlformats.org/officeDocument/2006/relationships/image" Target="../media/image20.png"/><Relationship Id="rId21" Type="http://schemas.openxmlformats.org/officeDocument/2006/relationships/customXml" Target="../ink/ink9.xml"/><Relationship Id="rId34" Type="http://schemas.openxmlformats.org/officeDocument/2006/relationships/customXml" Target="../ink/ink16.xml"/><Relationship Id="rId42" Type="http://schemas.openxmlformats.org/officeDocument/2006/relationships/customXml" Target="../ink/ink20.xml"/><Relationship Id="rId47" Type="http://schemas.openxmlformats.org/officeDocument/2006/relationships/image" Target="../media/image24.png"/><Relationship Id="rId50" Type="http://schemas.openxmlformats.org/officeDocument/2006/relationships/customXml" Target="../ink/ink24.xml"/><Relationship Id="rId7" Type="http://schemas.openxmlformats.org/officeDocument/2006/relationships/customXml" Target="../ink/ink2.xml"/><Relationship Id="rId2" Type="http://schemas.openxmlformats.org/officeDocument/2006/relationships/image" Target="../media/image1.png"/><Relationship Id="rId16" Type="http://schemas.openxmlformats.org/officeDocument/2006/relationships/image" Target="../media/image9.png"/><Relationship Id="rId29" Type="http://schemas.openxmlformats.org/officeDocument/2006/relationships/image" Target="../media/image15.png"/><Relationship Id="rId11" Type="http://schemas.openxmlformats.org/officeDocument/2006/relationships/customXml" Target="../ink/ink4.xml"/><Relationship Id="rId24" Type="http://schemas.openxmlformats.org/officeDocument/2006/relationships/customXml" Target="../ink/ink11.xml"/><Relationship Id="rId32" Type="http://schemas.openxmlformats.org/officeDocument/2006/relationships/customXml" Target="../ink/ink15.xml"/><Relationship Id="rId37" Type="http://schemas.openxmlformats.org/officeDocument/2006/relationships/image" Target="../media/image19.png"/><Relationship Id="rId40" Type="http://schemas.openxmlformats.org/officeDocument/2006/relationships/customXml" Target="../ink/ink19.xml"/><Relationship Id="rId45" Type="http://schemas.openxmlformats.org/officeDocument/2006/relationships/image" Target="../media/image23.png"/><Relationship Id="rId5" Type="http://schemas.openxmlformats.org/officeDocument/2006/relationships/customXml" Target="../ink/ink1.xml"/><Relationship Id="rId15" Type="http://schemas.openxmlformats.org/officeDocument/2006/relationships/customXml" Target="../ink/ink6.xml"/><Relationship Id="rId23" Type="http://schemas.openxmlformats.org/officeDocument/2006/relationships/image" Target="../media/image12.png"/><Relationship Id="rId28" Type="http://schemas.openxmlformats.org/officeDocument/2006/relationships/customXml" Target="../ink/ink13.xml"/><Relationship Id="rId36" Type="http://schemas.openxmlformats.org/officeDocument/2006/relationships/customXml" Target="../ink/ink17.xml"/><Relationship Id="rId49" Type="http://schemas.openxmlformats.org/officeDocument/2006/relationships/image" Target="../media/image25.png"/><Relationship Id="rId10" Type="http://schemas.openxmlformats.org/officeDocument/2006/relationships/image" Target="../media/image6.png"/><Relationship Id="rId19" Type="http://schemas.openxmlformats.org/officeDocument/2006/relationships/customXml" Target="../ink/ink8.xml"/><Relationship Id="rId31" Type="http://schemas.openxmlformats.org/officeDocument/2006/relationships/image" Target="../media/image16.png"/><Relationship Id="rId44" Type="http://schemas.openxmlformats.org/officeDocument/2006/relationships/customXml" Target="../ink/ink21.xml"/><Relationship Id="rId4" Type="http://schemas.openxmlformats.org/officeDocument/2006/relationships/image" Target="../media/image3.png"/><Relationship Id="rId9" Type="http://schemas.openxmlformats.org/officeDocument/2006/relationships/customXml" Target="../ink/ink3.xml"/><Relationship Id="rId14" Type="http://schemas.openxmlformats.org/officeDocument/2006/relationships/image" Target="../media/image8.png"/><Relationship Id="rId22" Type="http://schemas.openxmlformats.org/officeDocument/2006/relationships/customXml" Target="../ink/ink10.xml"/><Relationship Id="rId27" Type="http://schemas.openxmlformats.org/officeDocument/2006/relationships/image" Target="../media/image14.png"/><Relationship Id="rId30" Type="http://schemas.openxmlformats.org/officeDocument/2006/relationships/customXml" Target="../ink/ink14.xml"/><Relationship Id="rId35" Type="http://schemas.openxmlformats.org/officeDocument/2006/relationships/image" Target="../media/image18.png"/><Relationship Id="rId43" Type="http://schemas.openxmlformats.org/officeDocument/2006/relationships/image" Target="../media/image22.png"/><Relationship Id="rId48" Type="http://schemas.openxmlformats.org/officeDocument/2006/relationships/customXml" Target="../ink/ink23.xml"/><Relationship Id="rId8" Type="http://schemas.openxmlformats.org/officeDocument/2006/relationships/image" Target="../media/image5.png"/><Relationship Id="rId51" Type="http://schemas.openxmlformats.org/officeDocument/2006/relationships/image" Target="../media/image26.png"/><Relationship Id="rId3" Type="http://schemas.openxmlformats.org/officeDocument/2006/relationships/image" Target="../media/image2.png"/><Relationship Id="rId12" Type="http://schemas.openxmlformats.org/officeDocument/2006/relationships/image" Target="../media/image7.png"/><Relationship Id="rId17" Type="http://schemas.openxmlformats.org/officeDocument/2006/relationships/customXml" Target="../ink/ink7.xml"/><Relationship Id="rId25" Type="http://schemas.openxmlformats.org/officeDocument/2006/relationships/image" Target="../media/image13.png"/><Relationship Id="rId33" Type="http://schemas.openxmlformats.org/officeDocument/2006/relationships/image" Target="../media/image17.png"/><Relationship Id="rId38" Type="http://schemas.openxmlformats.org/officeDocument/2006/relationships/customXml" Target="../ink/ink18.xml"/><Relationship Id="rId46" Type="http://schemas.openxmlformats.org/officeDocument/2006/relationships/customXml" Target="../ink/ink22.xml"/><Relationship Id="rId20" Type="http://schemas.openxmlformats.org/officeDocument/2006/relationships/image" Target="../media/image11.png"/><Relationship Id="rId41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1134A08-7568-6835-F91A-4D24859675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306" y="2412254"/>
            <a:ext cx="2438611" cy="123454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44FBE0B-05CD-DFFA-02E0-EDE314DFBC8B}"/>
              </a:ext>
            </a:extLst>
          </p:cNvPr>
          <p:cNvSpPr txBox="1"/>
          <p:nvPr/>
        </p:nvSpPr>
        <p:spPr>
          <a:xfrm>
            <a:off x="971587" y="1429328"/>
            <a:ext cx="990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Tny_264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F6ABF61-865A-127C-4671-C88A6DDDFC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8856" y="2305565"/>
            <a:ext cx="2263336" cy="134123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3FAD7B3-D723-D955-E2A1-D561857E589D}"/>
              </a:ext>
            </a:extLst>
          </p:cNvPr>
          <p:cNvSpPr txBox="1"/>
          <p:nvPr/>
        </p:nvSpPr>
        <p:spPr>
          <a:xfrm>
            <a:off x="3777967" y="1647660"/>
            <a:ext cx="990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Tny_280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49CF33-D983-4A92-5B02-0E4016C8AAC9}"/>
              </a:ext>
            </a:extLst>
          </p:cNvPr>
          <p:cNvSpPr txBox="1"/>
          <p:nvPr/>
        </p:nvSpPr>
        <p:spPr>
          <a:xfrm>
            <a:off x="679608" y="3638095"/>
            <a:ext cx="14026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Tny_264 Flip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E6743A6-0235-FEBE-8A39-C6198E19C9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0" y="3931270"/>
            <a:ext cx="2438611" cy="123454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7CE9E7C-04B4-232E-C257-72B9B9C0AF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5481647" y="1974087"/>
            <a:ext cx="3193348" cy="290982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698D08A-C2FE-F210-C11D-3A22812336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8668170" y="1786007"/>
            <a:ext cx="3193348" cy="290982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BE63512-00D2-6AD4-6EC5-E41BE230FF5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l="8952" t="8642" r="33111" b="12675"/>
          <a:stretch>
            <a:fillRect/>
          </a:stretch>
        </p:blipFill>
        <p:spPr>
          <a:xfrm flipH="1">
            <a:off x="9377510" y="2220386"/>
            <a:ext cx="2240307" cy="154026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11F68C00-DCAC-7A5D-B4FB-34038FD6B109}"/>
                  </a:ext>
                </a:extLst>
              </p14:cNvPr>
              <p14:cNvContentPartPr/>
              <p14:nvPr/>
            </p14:nvContentPartPr>
            <p14:xfrm>
              <a:off x="10952326" y="4032430"/>
              <a:ext cx="240120" cy="1728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11F68C00-DCAC-7A5D-B4FB-34038FD6B10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946206" y="4026310"/>
                <a:ext cx="252360" cy="29520"/>
              </a:xfrm>
              <a:prstGeom prst="rect">
                <a:avLst/>
              </a:prstGeom>
            </p:spPr>
          </p:pic>
        </mc:Fallback>
      </mc:AlternateContent>
      <p:grpSp>
        <p:nvGrpSpPr>
          <p:cNvPr id="22" name="Group 21">
            <a:extLst>
              <a:ext uri="{FF2B5EF4-FFF2-40B4-BE49-F238E27FC236}">
                <a16:creationId xmlns:a16="http://schemas.microsoft.com/office/drawing/2014/main" id="{EAA68EA8-D619-1750-AAE2-9D561A036EB2}"/>
              </a:ext>
            </a:extLst>
          </p:cNvPr>
          <p:cNvGrpSpPr/>
          <p:nvPr/>
        </p:nvGrpSpPr>
        <p:grpSpPr>
          <a:xfrm>
            <a:off x="10999846" y="2428990"/>
            <a:ext cx="656640" cy="1651680"/>
            <a:chOff x="13948699" y="2654842"/>
            <a:chExt cx="656640" cy="1651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B58A5722-FC04-E75E-C6D4-6ECF686FB88A}"/>
                    </a:ext>
                  </a:extLst>
                </p14:cNvPr>
                <p14:cNvContentPartPr/>
                <p14:nvPr/>
              </p14:nvContentPartPr>
              <p14:xfrm>
                <a:off x="14252899" y="4098802"/>
                <a:ext cx="277920" cy="1396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B58A5722-FC04-E75E-C6D4-6ECF686FB88A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4246779" y="4092682"/>
                  <a:ext cx="29016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9817DF1D-944A-D3AA-CA9D-3EFFE016F7E5}"/>
                    </a:ext>
                  </a:extLst>
                </p14:cNvPr>
                <p14:cNvContentPartPr/>
                <p14:nvPr/>
              </p14:nvContentPartPr>
              <p14:xfrm>
                <a:off x="14501659" y="4138402"/>
                <a:ext cx="103680" cy="410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9817DF1D-944A-D3AA-CA9D-3EFFE016F7E5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4495539" y="4132282"/>
                  <a:ext cx="11592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7E64A8B-18AB-E4D9-A84E-B44A88CE42BB}"/>
                    </a:ext>
                  </a:extLst>
                </p14:cNvPr>
                <p14:cNvContentPartPr/>
                <p14:nvPr/>
              </p14:nvContentPartPr>
              <p14:xfrm>
                <a:off x="13948699" y="2654842"/>
                <a:ext cx="482760" cy="16516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7E64A8B-18AB-E4D9-A84E-B44A88CE42BB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3942579" y="2648722"/>
                  <a:ext cx="495000" cy="1663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7A8ED126-4A41-03BA-A51E-5270ECE56340}"/>
                  </a:ext>
                </a:extLst>
              </p14:cNvPr>
              <p14:cNvContentPartPr/>
              <p14:nvPr/>
            </p14:nvContentPartPr>
            <p14:xfrm>
              <a:off x="10053046" y="3832630"/>
              <a:ext cx="448560" cy="9864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7A8ED126-4A41-03BA-A51E-5270ECE56340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0046926" y="3826510"/>
                <a:ext cx="460800" cy="11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CDA7C0DA-0DB7-5C5B-F406-EDA201A14DA7}"/>
                  </a:ext>
                </a:extLst>
              </p14:cNvPr>
              <p14:cNvContentPartPr/>
              <p14:nvPr/>
            </p14:nvContentPartPr>
            <p14:xfrm>
              <a:off x="10157806" y="3583870"/>
              <a:ext cx="938520" cy="48240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CDA7C0DA-0DB7-5C5B-F406-EDA201A14DA7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0151686" y="3577750"/>
                <a:ext cx="950760" cy="49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98C6FF77-3692-D3C5-1373-D211480D35F5}"/>
                  </a:ext>
                </a:extLst>
              </p14:cNvPr>
              <p14:cNvContentPartPr/>
              <p14:nvPr/>
            </p14:nvContentPartPr>
            <p14:xfrm>
              <a:off x="9571366" y="2131990"/>
              <a:ext cx="1360440" cy="69984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98C6FF77-3692-D3C5-1373-D211480D35F5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9565246" y="2125870"/>
                <a:ext cx="1372680" cy="71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147A1C8D-97B0-EBB5-6C6C-2075AB3B4087}"/>
                  </a:ext>
                </a:extLst>
              </p14:cNvPr>
              <p14:cNvContentPartPr/>
              <p14:nvPr/>
            </p14:nvContentPartPr>
            <p14:xfrm>
              <a:off x="3130865" y="3190794"/>
              <a:ext cx="360" cy="36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147A1C8D-97B0-EBB5-6C6C-2075AB3B4087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3124745" y="3184674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48EF81DC-2833-666B-87BD-0298FA0B91EC}"/>
                  </a:ext>
                </a:extLst>
              </p14:cNvPr>
              <p14:cNvContentPartPr/>
              <p14:nvPr/>
            </p14:nvContentPartPr>
            <p14:xfrm>
              <a:off x="2848856" y="4650594"/>
              <a:ext cx="360" cy="36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48EF81DC-2833-666B-87BD-0298FA0B91EC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2842736" y="4644474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D94DB88E-39BB-4A47-58DF-F77371CE5E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0" y="5233268"/>
            <a:ext cx="2438611" cy="123454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B93E05A-43B1-9816-B77B-CDAB82CC3ABF}"/>
              </a:ext>
            </a:extLst>
          </p:cNvPr>
          <p:cNvSpPr txBox="1"/>
          <p:nvPr/>
        </p:nvSpPr>
        <p:spPr>
          <a:xfrm>
            <a:off x="971587" y="5048602"/>
            <a:ext cx="16019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264 </a:t>
            </a:r>
            <a:r>
              <a:rPr lang="fr-FR" dirty="0" err="1"/>
              <a:t>Rotat</a:t>
            </a:r>
            <a:r>
              <a:rPr lang="fr-FR" dirty="0"/>
              <a:t> 180</a:t>
            </a:r>
            <a:endParaRPr lang="en-US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177E6CE-0D14-4AE9-968B-177AE6A56826}"/>
              </a:ext>
            </a:extLst>
          </p:cNvPr>
          <p:cNvCxnSpPr>
            <a:stCxn id="12" idx="1"/>
            <a:endCxn id="14" idx="0"/>
          </p:cNvCxnSpPr>
          <p:nvPr/>
        </p:nvCxnSpPr>
        <p:spPr>
          <a:xfrm flipV="1">
            <a:off x="2438611" y="3429000"/>
            <a:ext cx="6094623" cy="11195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6CA9B731-3AB3-FBF6-D95B-3B84804246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3301932" y="5095082"/>
            <a:ext cx="2139769" cy="194978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C57BBB34-0CE5-F7B8-E25F-CD123DE4AF25}"/>
                  </a:ext>
                </a:extLst>
              </p14:cNvPr>
              <p14:cNvContentPartPr/>
              <p14:nvPr/>
            </p14:nvContentPartPr>
            <p14:xfrm>
              <a:off x="3599048" y="5520668"/>
              <a:ext cx="371160" cy="2376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C57BBB34-0CE5-F7B8-E25F-CD123DE4AF25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592928" y="5514548"/>
                <a:ext cx="3834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C519B9DB-26B4-509F-B5D3-B1529A46275D}"/>
                  </a:ext>
                </a:extLst>
              </p14:cNvPr>
              <p14:cNvContentPartPr/>
              <p14:nvPr/>
            </p14:nvContentPartPr>
            <p14:xfrm>
              <a:off x="4130408" y="5474948"/>
              <a:ext cx="82800" cy="16056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C519B9DB-26B4-509F-B5D3-B1529A46275D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124288" y="5468828"/>
                <a:ext cx="95040" cy="17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690043B5-FFFB-8252-6B04-DB4135E1F406}"/>
                  </a:ext>
                </a:extLst>
              </p14:cNvPr>
              <p14:cNvContentPartPr/>
              <p14:nvPr/>
            </p14:nvContentPartPr>
            <p14:xfrm>
              <a:off x="4051208" y="5440028"/>
              <a:ext cx="93960" cy="13824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690043B5-FFFB-8252-6B04-DB4135E1F406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4045088" y="5433908"/>
                <a:ext cx="106200" cy="15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8C6E20DB-D0CA-24F6-90F4-B84FF416A66D}"/>
                  </a:ext>
                </a:extLst>
              </p14:cNvPr>
              <p14:cNvContentPartPr/>
              <p14:nvPr/>
            </p14:nvContentPartPr>
            <p14:xfrm>
              <a:off x="4247768" y="5544068"/>
              <a:ext cx="474840" cy="5796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8C6E20DB-D0CA-24F6-90F4-B84FF416A66D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4241648" y="5537948"/>
                <a:ext cx="487080" cy="7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2E239833-D4E0-5CE9-6802-F00E983CCAD8}"/>
                  </a:ext>
                </a:extLst>
              </p14:cNvPr>
              <p14:cNvContentPartPr/>
              <p14:nvPr/>
            </p14:nvContentPartPr>
            <p14:xfrm>
              <a:off x="6157568" y="6145988"/>
              <a:ext cx="360" cy="36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2E239833-D4E0-5CE9-6802-F00E983CCAD8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6151448" y="61398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FDF7D326-9844-0F34-23CC-E13EF09DDF8D}"/>
                  </a:ext>
                </a:extLst>
              </p14:cNvPr>
              <p14:cNvContentPartPr/>
              <p14:nvPr/>
            </p14:nvContentPartPr>
            <p14:xfrm>
              <a:off x="4873088" y="6342908"/>
              <a:ext cx="35280" cy="20700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FDF7D326-9844-0F34-23CC-E13EF09DDF8D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4866968" y="6336788"/>
                <a:ext cx="47520" cy="21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116C42D4-8862-81A2-67D8-6E6DDEE320B9}"/>
                  </a:ext>
                </a:extLst>
              </p14:cNvPr>
              <p14:cNvContentPartPr/>
              <p14:nvPr/>
            </p14:nvContentPartPr>
            <p14:xfrm>
              <a:off x="4684808" y="6154988"/>
              <a:ext cx="303840" cy="51084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116C42D4-8862-81A2-67D8-6E6DDEE320B9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4678688" y="6148868"/>
                <a:ext cx="316080" cy="52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FC1EAD14-5DB9-5FA9-5B79-6A4B303020AE}"/>
                  </a:ext>
                </a:extLst>
              </p14:cNvPr>
              <p14:cNvContentPartPr/>
              <p14:nvPr/>
            </p14:nvContentPartPr>
            <p14:xfrm>
              <a:off x="3683288" y="6122948"/>
              <a:ext cx="67320" cy="27684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FC1EAD14-5DB9-5FA9-5B79-6A4B303020AE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3677168" y="6116828"/>
                <a:ext cx="79560" cy="289080"/>
              </a:xfrm>
              <a:prstGeom prst="rect">
                <a:avLst/>
              </a:prstGeom>
            </p:spPr>
          </p:pic>
        </mc:Fallback>
      </mc:AlternateContent>
      <p:grpSp>
        <p:nvGrpSpPr>
          <p:cNvPr id="41" name="Group 40">
            <a:extLst>
              <a:ext uri="{FF2B5EF4-FFF2-40B4-BE49-F238E27FC236}">
                <a16:creationId xmlns:a16="http://schemas.microsoft.com/office/drawing/2014/main" id="{B9D7B028-BA79-A296-E9F8-684C672B27EB}"/>
              </a:ext>
            </a:extLst>
          </p:cNvPr>
          <p:cNvGrpSpPr/>
          <p:nvPr/>
        </p:nvGrpSpPr>
        <p:grpSpPr>
          <a:xfrm>
            <a:off x="3935288" y="6122948"/>
            <a:ext cx="267840" cy="912600"/>
            <a:chOff x="3935288" y="6122948"/>
            <a:chExt cx="267840" cy="912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9CF00330-C3D0-E504-0E2D-70C58D9846E9}"/>
                    </a:ext>
                  </a:extLst>
                </p14:cNvPr>
                <p14:cNvContentPartPr/>
                <p14:nvPr/>
              </p14:nvContentPartPr>
              <p14:xfrm>
                <a:off x="3935288" y="6169388"/>
                <a:ext cx="360" cy="313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9CF00330-C3D0-E504-0E2D-70C58D9846E9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929168" y="6163268"/>
                  <a:ext cx="1260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C1867337-91C9-A53F-CE28-FC6E328D6980}"/>
                    </a:ext>
                  </a:extLst>
                </p14:cNvPr>
                <p14:cNvContentPartPr/>
                <p14:nvPr/>
              </p14:nvContentPartPr>
              <p14:xfrm>
                <a:off x="3935288" y="6122948"/>
                <a:ext cx="360" cy="1609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C1867337-91C9-A53F-CE28-FC6E328D698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929168" y="6116828"/>
                  <a:ext cx="1260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CEC0E8AF-5E5B-04FA-14D2-B573D9E4C453}"/>
                    </a:ext>
                  </a:extLst>
                </p14:cNvPr>
                <p14:cNvContentPartPr/>
                <p14:nvPr/>
              </p14:nvContentPartPr>
              <p14:xfrm>
                <a:off x="3988928" y="6207908"/>
                <a:ext cx="214200" cy="8276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CEC0E8AF-5E5B-04FA-14D2-B573D9E4C453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982808" y="6201788"/>
                  <a:ext cx="226440" cy="8398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6AD4A525-79C8-BC95-0B55-ACD090B56A1F}"/>
              </a:ext>
            </a:extLst>
          </p:cNvPr>
          <p:cNvSpPr txBox="1"/>
          <p:nvPr/>
        </p:nvSpPr>
        <p:spPr>
          <a:xfrm>
            <a:off x="5556092" y="5857754"/>
            <a:ext cx="24005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One line </a:t>
            </a:r>
            <a:r>
              <a:rPr lang="fr-FR" dirty="0" err="1"/>
              <a:t>only</a:t>
            </a:r>
            <a:r>
              <a:rPr lang="fr-FR" dirty="0"/>
              <a:t> 180 </a:t>
            </a:r>
            <a:r>
              <a:rPr lang="fr-FR" dirty="0" err="1"/>
              <a:t>fotat</a:t>
            </a: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549F0F76-F9EA-9411-BEF6-20516F35160E}"/>
                  </a:ext>
                </a:extLst>
              </p14:cNvPr>
              <p14:cNvContentPartPr/>
              <p14:nvPr/>
            </p14:nvContentPartPr>
            <p14:xfrm>
              <a:off x="4085408" y="5706068"/>
              <a:ext cx="360" cy="230400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549F0F76-F9EA-9411-BEF6-20516F35160E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4079288" y="5699948"/>
                <a:ext cx="12600" cy="24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92A5E4A9-7000-A7C0-9841-827BF7F5A169}"/>
                  </a:ext>
                </a:extLst>
              </p14:cNvPr>
              <p14:cNvContentPartPr/>
              <p14:nvPr/>
            </p14:nvContentPartPr>
            <p14:xfrm>
              <a:off x="4120328" y="5463068"/>
              <a:ext cx="69840" cy="29016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92A5E4A9-7000-A7C0-9841-827BF7F5A169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4114208" y="5456588"/>
                <a:ext cx="82080" cy="30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163A9E33-542F-9F82-6E35-980C7BBA543C}"/>
                  </a:ext>
                </a:extLst>
              </p14:cNvPr>
              <p14:cNvContentPartPr/>
              <p14:nvPr/>
            </p14:nvContentPartPr>
            <p14:xfrm>
              <a:off x="3641168" y="6111428"/>
              <a:ext cx="120960" cy="561600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163A9E33-542F-9F82-6E35-980C7BBA543C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3635048" y="6105308"/>
                <a:ext cx="133200" cy="57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140F27EB-C06C-C60A-1278-3E1B6CD0320A}"/>
                  </a:ext>
                </a:extLst>
              </p14:cNvPr>
              <p14:cNvContentPartPr/>
              <p14:nvPr/>
            </p14:nvContentPartPr>
            <p14:xfrm>
              <a:off x="-1388752" y="3611228"/>
              <a:ext cx="360" cy="36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140F27EB-C06C-C60A-1278-3E1B6CD0320A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-1394872" y="3605108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567665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d1c0902-ed92-4fed-896d-2e7725de02d4}" enabled="1" method="Standard" siteId="{d6b0bbee-7cd9-4d60-bce6-4a67b543e2ae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3740</TotalTime>
  <Words>18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BOUZIANI Abdelaziz (AMPERE)</dc:creator>
  <cp:lastModifiedBy>BOUZIANI Abdelaziz (AMPERE)</cp:lastModifiedBy>
  <cp:revision>2</cp:revision>
  <dcterms:created xsi:type="dcterms:W3CDTF">2026-01-03T11:04:07Z</dcterms:created>
  <dcterms:modified xsi:type="dcterms:W3CDTF">2026-01-06T10:45:36Z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Theme:8</vt:lpwstr>
  </property>
  <property fmtid="{D5CDD505-2E9C-101B-9397-08002B2CF9AE}" pid="3" name="ClassificationContentMarkingFooterText">
    <vt:lpwstr>Confidential C</vt:lpwstr>
  </property>
</Properties>
</file>