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5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AEC5-BCFE-E799-3AF2-7449431C11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3BC50-81CA-E4CC-F7E8-F82B1984C2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C012-D6E6-B74D-3E27-1E005C9F3C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102C92-1CD2-4D56-B364-31A48C48D488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2CC15-5235-CF3F-6C5E-8862957722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686B7-6AC7-6E91-D027-AA228B2D14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ABCA99-B6B2-445E-A005-24C56375B1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352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D048-A525-3904-A61D-D73EA4EE970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E44B-640B-6CF7-47AF-A25DC1FABD2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DBCF-12D0-1D8B-C960-0A1936404D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249149-02D5-4402-8D19-A9BC64BFFF2A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6C831-7A7F-6D02-409B-919C7479AD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B613B-D8BC-2DF3-3254-67D9C008B6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32E859-A596-4A7B-A40B-5AC3C3923C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4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2BF2-78B5-C7A4-D5FA-A825D70804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754F1-8E8E-A674-CBB4-99C44F5A7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B20A-51A6-DC7B-6CDF-39A5368E184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940C71-7F16-4926-8449-4A3E6385D56C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355EB-2593-4955-F63D-F252B0CDA8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B450-C414-5139-4376-EF4C13BDA3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9D8369-615D-47BC-A6B5-68402B03A6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0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4582-4D1E-C92E-F3F2-00F0364505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DFADD-C0F7-6091-5962-22F7C149FE1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8C06C-774D-62ED-704B-A90D306DBC6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A037A-3758-49F0-1ABE-DD85679A9F3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11890B-414B-4E0A-A817-412919A34EBF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A0A9C-B8AD-465A-A9D6-46FA1FC3F9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B75CB-A209-6DAE-3EA5-84824A4671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8F4E69-143E-4398-83C1-1504D71EBD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8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395C-3948-6E59-D9AB-BA64E8B73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F012F-37E2-8441-6AF2-00319EFD5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4AE48-4A1D-FE85-429D-86C53E42DC6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CEC92-E247-697C-1CD6-6F12C02DE3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8B5AF-B408-4DBF-20F7-BE2B8D8C19F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A51B9-DA20-0806-B20F-DFB5C80BD97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C684D9-3426-440E-8FEF-7D2A8B081A7A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B487C-6BBF-28AD-F48F-B44549FF60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69571-572E-854F-E54D-2FBBCAD857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B4AC24-97C0-4D19-BD47-A699B7DF67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24BE-421B-B7BF-844B-8BCF41D34BF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1A9087-1626-D355-FE1E-BCC4E92A28F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B3A4D6-B5F3-43F4-B065-DE029408FCFD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AC0A6-4F2A-0D5F-FCC3-0C1BCB55D8F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CC492-BBE4-01B1-6E07-A51652D116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B27694-886F-4180-B85C-DCC789BA04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3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EB019-E279-81EA-7311-F4DB3498164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1E8819-5718-4AB7-8DF4-A94B56FD9129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E19B9-4BAC-B227-09A0-1683391CF4D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FE303-3320-C2F4-6DF7-A5FE076300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632B87-AABE-487C-9B9C-8943CDF84D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5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846F-027F-ECF9-EC54-81EA042B1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7F57-5747-718C-BD59-BE8AB035041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D7F57-D915-3B93-0CEC-8995D89D2C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F282A-600E-DB73-8163-2D130157C0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ECC698-7EA9-423E-AED9-11C446C9EBA0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B1F1D-E36B-DC69-3908-CF7858FB5C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934BD-9032-FE48-4440-77D5766CD2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B60A83-C353-43EA-9F26-AD63C0150A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3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8259-5E4C-7E43-EEA4-1F4B29E45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B8368-F7D9-0BEE-4056-37B8EF67F5C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636C1-E4C8-BA7B-6DF6-501F0D4B1CF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17911-1665-672C-5FE9-842D3DF620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DDDC8A-99E9-4939-B24B-F445CF941CFB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DC026-F46A-7DBC-F29C-D42FFD0C18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16D47-82C2-CD47-E21F-94E10C60CE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255347-ED0D-43E0-85EA-019CB55984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7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1070-8CF3-3363-0FB0-1082A338EF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8C384-35A5-7FD5-366B-E57FA09BFFD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96A4-4ECF-7ED2-DEEE-59E8F2A2C1D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EC0F95-EB44-4832-8C8D-97EE6210CF82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2E1EA-290E-084E-A258-540C64841BD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5E2D0-6046-7B14-B746-CCCF824EDC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F3B830-72C3-4C54-862C-F7EEB642E4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8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0A37B-21D3-0163-9E7E-7D22332D76F4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58753-C0EE-A01B-51CC-1227C0A115D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9CBA4-1578-B4AD-008E-8685A68CA5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B98F4BD-4B43-43FF-8B88-C9CC03CCE588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C4E3-D2B5-82C7-0009-87F13FD293D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C5676-421F-A122-B3B4-EBCBA4B2EC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9A86F2-ED20-4023-9397-924BFC7B31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7AF82-E9F1-DA52-DDB3-050AD3861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1D46-5308-37D7-595E-64FB88334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AFF11-EF1C-A364-FBC9-D01AFCF72F6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7F04179-33BC-4D2A-A8A7-9A3B3F8DEFC5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F6CF1-E2B5-5CA8-3F68-99A101FA57E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2B52B-8D12-A8EF-6215-9420F2903F4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58968E1C-6960-42BC-9FDF-50CAEEFAF32F}" type="slidenum">
              <a:t>‹#›</a:t>
            </a:fld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EBFF99-2F3E-056E-8F4B-959607117152}"/>
              </a:ext>
            </a:extLst>
          </p:cNvPr>
          <p:cNvSpPr txBox="1"/>
          <p:nvPr/>
        </p:nvSpPr>
        <p:spPr>
          <a:xfrm>
            <a:off x="11334746" y="6642101"/>
            <a:ext cx="828675" cy="1524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Confidential 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AF3B58C2-A96C-B2F7-D159-B6965DB8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33" t="50000" r="34515" b="5725"/>
          <a:stretch>
            <a:fillRect/>
          </a:stretch>
        </p:blipFill>
        <p:spPr>
          <a:xfrm flipH="1">
            <a:off x="763926" y="1009817"/>
            <a:ext cx="3692328" cy="241918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25AFA89-8AD9-1E11-6DDE-26B7A8ED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45" y="813047"/>
            <a:ext cx="4709571" cy="27967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A01CCA4-BEEA-F0C1-8EC1-8F9533DFF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607" y="593125"/>
            <a:ext cx="2613885" cy="38331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34DC21D0-02D2-E7C5-B92A-D8975C5709FE}"/>
              </a:ext>
            </a:extLst>
          </p:cNvPr>
          <p:cNvSpPr txBox="1"/>
          <p:nvPr/>
        </p:nvSpPr>
        <p:spPr>
          <a:xfrm>
            <a:off x="7567446" y="1631728"/>
            <a:ext cx="57098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66FF33"/>
                </a:solidFill>
                <a:uFillTx/>
                <a:latin typeface="Aptos"/>
              </a:rPr>
              <a:t>B13</a:t>
            </a:r>
            <a:endParaRPr lang="en-US" sz="1800" b="0" i="0" u="none" strike="noStrike" kern="1200" cap="none" spc="0" baseline="0">
              <a:solidFill>
                <a:srgbClr val="66FF33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1</cp:revision>
  <dcterms:created xsi:type="dcterms:W3CDTF">2026-01-23T16:21:15Z</dcterms:created>
  <dcterms:modified xsi:type="dcterms:W3CDTF">2026-01-23T16:51:57Z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