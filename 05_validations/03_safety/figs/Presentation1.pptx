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59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9678E-BD68-FBF0-3C55-49DD254B6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301898-C0A5-B3A9-083D-47CC8F313B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BE522-D6EE-D6E8-B1F4-3787AC297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02851-EDA7-4931-AF87-67FD684BF8B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86464-435B-3BE2-357E-B4713E385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11EEF-A151-963A-A4F8-F8433F87E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B0ADC-B525-4A47-8535-5203374F8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3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48ED6-C0B8-BBB8-274D-C68434F87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9FA40-C45D-09F4-A07E-3F6EB282C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23E9F-7D31-E22B-9B55-29F63C158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02851-EDA7-4931-AF87-67FD684BF8B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C15E2-CE53-4738-ACA2-8E574AED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30245-4AD7-432C-F711-251371A8A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B0ADC-B525-4A47-8535-5203374F8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096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DF385-16A4-90A4-777A-77C0F24E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EC995-79C5-04BB-A566-EA2ED2E0F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301E0-0257-632A-EC63-E272245AB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02851-EDA7-4931-AF87-67FD684BF8B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AE043-2779-B1FF-3D38-C7D665A09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45B75-7CBD-EC0D-E963-CF87EDC25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B0ADC-B525-4A47-8535-5203374F8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378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5CFA5-87AB-7A65-A875-5B7646E4A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B8DEA-243B-6282-3989-A07C265096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00297F-9A4D-C6BC-A5C9-217F7D3D4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3718A5-A872-A9FC-D084-254F4755C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02851-EDA7-4931-AF87-67FD684BF8B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3A3293-3C02-366E-36B5-884EBAFC9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85531-D80C-6C66-A5D1-541FF305D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B0ADC-B525-4A47-8535-5203374F8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49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DC963-ED47-3277-910E-EF7B033B4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18CE3-91C8-29E4-22FD-3BC28BE00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6D97E8-9712-C630-0134-F2A7C4ABBA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965A08-D39B-E110-C8E8-7CF263C98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861EF-39AB-A568-75D0-8528983074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297852-C3ED-54EE-F81D-F38F8D2BB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02851-EDA7-4931-AF87-67FD684BF8B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1956BD-D5F0-95B6-97E4-7EE348CC7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E9E28-3035-432F-C3F3-48043FC92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B0ADC-B525-4A47-8535-5203374F8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43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AF862-FE76-AFC3-0054-7C22D29B3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D7FCEC-622E-1CC6-79EC-8355386A0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02851-EDA7-4931-AF87-67FD684BF8B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88FD95-E175-FF6F-95E8-787DBA9E3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2B16C0-F629-C3C9-EF48-B55981224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B0ADC-B525-4A47-8535-5203374F8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966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8E0D7B-6DF6-0A73-A76E-655B6FDCA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02851-EDA7-4931-AF87-67FD684BF8B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2CB28D-0CF9-9D4F-FAF6-267CF2B28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C6DFE-5978-241A-0FBB-C85C9806D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B0ADC-B525-4A47-8535-5203374F8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978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DF698-E435-A7E3-7F35-39BF82B60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99FB6-894F-942C-5223-920B39F28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FDBF1-217A-79D8-8BF3-F6F7739DD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91AC94-CA8F-0789-ACCE-BFAF21502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02851-EDA7-4931-AF87-67FD684BF8B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5FD6DB-BE01-98C2-3E99-AA3E20AFE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17ACCF-FB73-0AF1-3A96-AB9D0A0C6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B0ADC-B525-4A47-8535-5203374F8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73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C6C7E-3126-C9C3-1D01-F5AD4851A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8B3B01-663A-ACB8-3E12-D0313EC29C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3BFF9E-170A-B243-576A-785F9D3FC9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BF111-04A9-2823-720D-DB4B66978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02851-EDA7-4931-AF87-67FD684BF8B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78321-873C-AD09-5AE0-DEE69270A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A17F0-5B1C-D5F1-97CA-1465C5881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B0ADC-B525-4A47-8535-5203374F8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204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76896-70A8-0D2B-01C9-6D7B10B8C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45B333-468B-D00C-D0D5-5D52DB09A4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C241E-6258-5F42-EF5F-CC9984753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02851-EDA7-4931-AF87-67FD684BF8B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AFFC6-07F2-44CC-E394-DE42E32C7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6CCF8-04B6-8540-3378-169E652E7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B0ADC-B525-4A47-8535-5203374F8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403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4AF1C9-859E-7CE2-D0B7-F6351006A0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E1E441-D58A-2311-3F15-75E4C9B0F5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0E1AA-480C-AD6A-378B-21A8A91F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02851-EDA7-4931-AF87-67FD684BF8B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26FCC-E405-1055-96A4-B1ABE742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B3FA3-7E08-FD4E-8404-DC85DC46B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B0ADC-B525-4A47-8535-5203374F8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356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B2970B-EFD4-186F-B0F6-BED8F1607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43FB8-0DE2-69D7-8C91-3AEC165A0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ECF2A-060A-FF66-AB8D-C7A35873DC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202851-EDA7-4931-AF87-67FD684BF8B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CD912-2217-C01A-2C97-DB3AF1129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22139-42B1-0982-4A00-EB90E1BBEC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5B0ADC-B525-4A47-8535-5203374F8FF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18FF55-C7E2-D8BE-9630-C93EE840A61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34750" y="6642100"/>
            <a:ext cx="828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1728030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01FDFC-B491-2D2B-B414-5D9B8EDAF4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89" t="48473" r="21895"/>
          <a:stretch>
            <a:fillRect/>
          </a:stretch>
        </p:blipFill>
        <p:spPr>
          <a:xfrm>
            <a:off x="1447469" y="2416242"/>
            <a:ext cx="7096539" cy="35337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6164211-C08C-FAB9-9802-E151DF154850}"/>
              </a:ext>
            </a:extLst>
          </p:cNvPr>
          <p:cNvSpPr/>
          <p:nvPr/>
        </p:nvSpPr>
        <p:spPr>
          <a:xfrm>
            <a:off x="6362700" y="2354580"/>
            <a:ext cx="2308860" cy="3595437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AEF6D1-2A2E-4805-E0FC-2FFBBC112ACC}"/>
              </a:ext>
            </a:extLst>
          </p:cNvPr>
          <p:cNvSpPr/>
          <p:nvPr/>
        </p:nvSpPr>
        <p:spPr>
          <a:xfrm>
            <a:off x="1501140" y="2385410"/>
            <a:ext cx="4734008" cy="3595437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6C56A3-D5B6-0741-67AF-31B8B86298C0}"/>
              </a:ext>
            </a:extLst>
          </p:cNvPr>
          <p:cNvSpPr/>
          <p:nvPr/>
        </p:nvSpPr>
        <p:spPr>
          <a:xfrm>
            <a:off x="2971800" y="2537461"/>
            <a:ext cx="388620" cy="502920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E103F4-15AF-2AC2-B7FA-4BB4486B1052}"/>
              </a:ext>
            </a:extLst>
          </p:cNvPr>
          <p:cNvSpPr txBox="1"/>
          <p:nvPr/>
        </p:nvSpPr>
        <p:spPr>
          <a:xfrm>
            <a:off x="2122170" y="5980847"/>
            <a:ext cx="128406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500" dirty="0" err="1"/>
              <a:t>Primary</a:t>
            </a:r>
            <a:r>
              <a:rPr lang="fr-FR" sz="1500" dirty="0"/>
              <a:t>-zone</a:t>
            </a:r>
            <a:endParaRPr lang="en-US" sz="1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DAA7EB-F356-7616-7780-2926BFD56886}"/>
              </a:ext>
            </a:extLst>
          </p:cNvPr>
          <p:cNvSpPr txBox="1"/>
          <p:nvPr/>
        </p:nvSpPr>
        <p:spPr>
          <a:xfrm>
            <a:off x="6637929" y="5950017"/>
            <a:ext cx="15311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500" dirty="0" err="1"/>
              <a:t>Secondary</a:t>
            </a:r>
            <a:r>
              <a:rPr lang="fr-FR" sz="1500" dirty="0"/>
              <a:t>-zone</a:t>
            </a:r>
            <a:endParaRPr lang="en-US" sz="1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1C1FDA-961D-D930-3C11-07BE1E3AD461}"/>
              </a:ext>
            </a:extLst>
          </p:cNvPr>
          <p:cNvSpPr txBox="1"/>
          <p:nvPr/>
        </p:nvSpPr>
        <p:spPr>
          <a:xfrm>
            <a:off x="1876188" y="1885247"/>
            <a:ext cx="199195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500" dirty="0"/>
              <a:t>Communication-zone</a:t>
            </a:r>
            <a:endParaRPr lang="en-US" sz="15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411D052-FF96-E3EF-ADFE-8927B8FEAA4B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2844248" y="2139161"/>
            <a:ext cx="321862" cy="3983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2697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636E98F-E532-DCDC-9F0D-B2BA9101DB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89" t="48473" r="21895"/>
          <a:stretch>
            <a:fillRect/>
          </a:stretch>
        </p:blipFill>
        <p:spPr>
          <a:xfrm>
            <a:off x="1447469" y="2416242"/>
            <a:ext cx="7096539" cy="35337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1B6C6D4-20AA-0958-2A83-2C2BF7E04773}"/>
              </a:ext>
            </a:extLst>
          </p:cNvPr>
          <p:cNvSpPr/>
          <p:nvPr/>
        </p:nvSpPr>
        <p:spPr>
          <a:xfrm>
            <a:off x="6362700" y="2354580"/>
            <a:ext cx="2308860" cy="3595437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A1D63D-1205-8B43-F7A2-3CB0B28DF3A6}"/>
              </a:ext>
            </a:extLst>
          </p:cNvPr>
          <p:cNvSpPr/>
          <p:nvPr/>
        </p:nvSpPr>
        <p:spPr>
          <a:xfrm>
            <a:off x="1501140" y="2385410"/>
            <a:ext cx="4734008" cy="3595437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93D121-7609-4C70-404B-F6371A624C35}"/>
              </a:ext>
            </a:extLst>
          </p:cNvPr>
          <p:cNvSpPr/>
          <p:nvPr/>
        </p:nvSpPr>
        <p:spPr>
          <a:xfrm>
            <a:off x="2971800" y="2537461"/>
            <a:ext cx="388620" cy="502920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E3CD9B6-92CB-FC1F-157D-59C05D7913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1952" y="3089167"/>
            <a:ext cx="3500673" cy="2187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523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d1c0902-ed92-4fed-896d-2e7725de02d4}" enabled="1" method="Standard" siteId="{d6b0bbee-7cd9-4d60-bce6-4a67b543e2a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BOUZIANI Abdelaziz (AMPERE)</dc:creator>
  <cp:lastModifiedBy>BOUZIANI Abdelaziz (AMPERE)</cp:lastModifiedBy>
  <cp:revision>3</cp:revision>
  <dcterms:created xsi:type="dcterms:W3CDTF">2026-03-06T12:08:39Z</dcterms:created>
  <dcterms:modified xsi:type="dcterms:W3CDTF">2026-03-06T16:18:17Z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Confidential C</vt:lpwstr>
  </property>
</Properties>
</file>