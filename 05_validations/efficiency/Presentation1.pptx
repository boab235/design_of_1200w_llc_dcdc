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101" y="-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A63D-44C8-36C8-357A-F34E25168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4DFF1-4E73-15EF-EBFD-A0F80547E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492D3-B136-4571-EBB0-192513FA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7ADB5-0969-C23C-0B0E-18EF87ED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E78A4-0AA5-EFCA-F495-1B1E4DA5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8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D53F-1E28-BAB0-F0D6-23995626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C88C8-CCC6-465F-2703-966C1E1C2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02108-9EA1-21CD-CBE7-2709B17C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4DD30-DA1D-0CBD-4361-A82F3380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52FCD-A479-4A14-A36C-26416EE2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8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0076-1316-90CF-EFC8-D7D78532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5F557-F629-7C82-C50D-C443839AC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3EA60-2387-6339-A7C2-F9BD741CB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E357D-5CE0-4491-0FFA-3702ACCD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E0955-C909-BA87-7CFE-952FE3A2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1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0244-9CC2-E372-9584-9E91FBB18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74815-DDF9-30CF-1551-149A03FD4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10BA6-5EC8-19AE-7F4F-4B2802D49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72FCE-40B9-65BF-065C-8749B4CF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BBFE6-2246-69B5-2C67-6AB9055A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93DBF-D494-382F-1485-ADF320FC8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29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68B2-5776-07CE-3BA7-1A80FD1AD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763CC-72AD-7629-D57D-BA3F2C646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F5D4D-7CEB-789A-5945-40DDDCF90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B72F9-7F3F-3DC3-937A-E4404DBAC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72BF0-29A8-4B0B-028D-5AA1BA2B3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CC86F-EC92-55F7-60DD-E62DA34F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A7B23-8AA3-F230-5653-B228A722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D7120-5A22-F990-4539-77E17557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2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2B93B-C34D-EF2F-411C-9D6E4659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B6BF5-7DFD-D286-889E-B05C672B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6DA82-86FF-9FE5-8033-5A0A191A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82BDE-273E-5D77-AAAE-746CD80A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09F8C-0A84-B347-EDBB-917240F1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1DFFA-1757-4DFE-18E2-ADE84758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4A37A-67B4-1A34-77B1-AC0489A1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49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B05B-F2C0-2C65-DFDF-E9180E04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6DBB-2452-C86B-E444-4D2DAA005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07E6B-027E-CB87-B29C-02379C296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09DFC-6F63-F632-28D3-017E2CB34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9A381-0C21-D173-F3F7-8005ABB3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40605-C488-AA9A-48D9-1B42192A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3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5AFE-891C-7A96-890F-15AB1D75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A0060-E3C4-42D9-F517-659DF8ACF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AB61D-6C49-EEE2-5D05-9D90FDA4A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91935-4228-D648-400E-9F7EA2D9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82E22-9DF1-D47F-F3DB-5CE689FD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D62F8-AA12-8AC8-8ED4-E7B634D2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6211-B84D-3123-3BB8-BBB86323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C9920-4873-42BB-81AE-11669E180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9CC99-B5BA-860D-E3D1-4DB5FF43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B1B8-AEE9-D4F5-F11E-88F86BDE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418A3-C1B1-547C-4BE2-10412EAE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5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989C2-B5A8-8C81-20DF-5A05519C2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4277B-F6F8-5852-DCAE-E08C0DB32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EEB46-7597-459E-A4E8-94A094EF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DB5F0-CC29-881D-B392-C7A305A8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B4AE5-7A10-6F37-E177-F0B48C3B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5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0DF47-D2DC-864A-89E9-CA0D471B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8EA09-9F1C-CDCF-5578-358A209D7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C313F-1B97-B87C-C262-AB6D105B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D6E36-1CAE-4D03-B473-1E63056FBA5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0D705-70B1-2FEB-0FC8-5FBC6E06A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203B3-8162-19B4-4FFB-01CC89CFD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E6190-41F2-4819-83B7-FACB9C54C4F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5BEE49-C669-6C83-B70C-FAA784F03F4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93031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BF0D27-B162-8FE2-A8FB-F636C068A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7" y="0"/>
            <a:ext cx="4227888" cy="660481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FADEA7-2B75-DDF2-F2DD-7D3CDB7A55CD}"/>
              </a:ext>
            </a:extLst>
          </p:cNvPr>
          <p:cNvCxnSpPr/>
          <p:nvPr/>
        </p:nvCxnSpPr>
        <p:spPr>
          <a:xfrm flipV="1">
            <a:off x="4099039" y="1655180"/>
            <a:ext cx="0" cy="43983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7B6B72-AA5D-C10D-229F-ED8FE0A5A37B}"/>
              </a:ext>
            </a:extLst>
          </p:cNvPr>
          <p:cNvCxnSpPr>
            <a:cxnSpLocks/>
          </p:cNvCxnSpPr>
          <p:nvPr/>
        </p:nvCxnSpPr>
        <p:spPr>
          <a:xfrm flipH="1">
            <a:off x="1437736" y="2264780"/>
            <a:ext cx="37323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2BEA85-2343-2C2B-CECB-0616A9DB9BB0}"/>
              </a:ext>
            </a:extLst>
          </p:cNvPr>
          <p:cNvCxnSpPr>
            <a:cxnSpLocks/>
          </p:cNvCxnSpPr>
          <p:nvPr/>
        </p:nvCxnSpPr>
        <p:spPr>
          <a:xfrm flipV="1">
            <a:off x="3651139" y="1744813"/>
            <a:ext cx="648358" cy="1216307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485D9A-9497-2E78-DD90-4B6D4BF4EFD9}"/>
              </a:ext>
            </a:extLst>
          </p:cNvPr>
          <p:cNvCxnSpPr>
            <a:cxnSpLocks/>
          </p:cNvCxnSpPr>
          <p:nvPr/>
        </p:nvCxnSpPr>
        <p:spPr>
          <a:xfrm flipV="1">
            <a:off x="3784768" y="1835386"/>
            <a:ext cx="599507" cy="1364349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156024-0A44-E84F-8931-5A041F2DC60D}"/>
              </a:ext>
            </a:extLst>
          </p:cNvPr>
          <p:cNvCxnSpPr>
            <a:cxnSpLocks/>
          </p:cNvCxnSpPr>
          <p:nvPr/>
        </p:nvCxnSpPr>
        <p:spPr>
          <a:xfrm flipV="1">
            <a:off x="3603099" y="1579373"/>
            <a:ext cx="847788" cy="1728895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93DF1E8-BF41-A056-0A34-F7BAFD428793}"/>
              </a:ext>
            </a:extLst>
          </p:cNvPr>
          <p:cNvSpPr txBox="1"/>
          <p:nvPr/>
        </p:nvSpPr>
        <p:spPr>
          <a:xfrm>
            <a:off x="1308551" y="1995872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700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C4C9DB-899F-C8AD-15EA-2BB4D8516CF0}"/>
              </a:ext>
            </a:extLst>
          </p:cNvPr>
          <p:cNvSpPr txBox="1"/>
          <p:nvPr/>
        </p:nvSpPr>
        <p:spPr>
          <a:xfrm>
            <a:off x="3862436" y="602140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220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37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1BA4CC-6872-0AEC-3418-825C23B56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504" y="127730"/>
            <a:ext cx="4230991" cy="66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05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BOUZIANI Abdelaziz (AMPERE)</dc:creator>
  <cp:lastModifiedBy>BOUZIANI Abdelaziz (AMPERE)</cp:lastModifiedBy>
  <cp:revision>2</cp:revision>
  <dcterms:created xsi:type="dcterms:W3CDTF">2026-02-15T09:52:07Z</dcterms:created>
  <dcterms:modified xsi:type="dcterms:W3CDTF">2026-02-15T21:46:46Z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