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7F1E-9E80-C4D7-B972-A1B4AAC03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09FCAE-D496-94BB-32D6-BA2329DEA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360CD-11F0-064E-8D86-589648EC1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872B-26F6-4503-B91A-1C971361EA1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2C718-B5E7-1658-63E4-D86261759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2CB0A-AF44-6081-86FB-BBBBB15E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3B9C-AC0F-4A37-B78C-6577D703B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5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36497-BBBA-961D-B385-17D70802A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B1340-5BA6-213C-CE07-C44A7905A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A0A57-A3EC-939D-9107-66CB0266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872B-26F6-4503-B91A-1C971361EA1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CF789-70A8-41B3-CEC0-213564217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E9592-2FCC-20FD-251E-3DB5A245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3B9C-AC0F-4A37-B78C-6577D703B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4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169A-6821-4564-D3D4-C1136BDEB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B1D39-C95B-B9E4-FF78-85B247838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C7E0E-F477-D3F7-CAFF-29E47E917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872B-26F6-4503-B91A-1C971361EA1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21862-B876-75DD-E33A-32F85D7E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66E3E-80C6-438B-0268-F6AB058E2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3B9C-AC0F-4A37-B78C-6577D703B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2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B4759-EE78-EE9A-116F-8EAB8CC76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8578A-B336-D7BC-D7F2-525D36EBEF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2B96D-3FCF-055E-211E-165023470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B9210-9A52-0BD9-679F-B2EBA0A58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872B-26F6-4503-B91A-1C971361EA1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B488D-1D4C-E925-B2D5-E86CAC28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AA6E9-A714-998A-E443-2284B9D9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3B9C-AC0F-4A37-B78C-6577D703B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2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8F98-5C40-B885-7566-818F73729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8FCA9-AC81-9884-0BD9-642003F9F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3C347-3512-757E-3F5A-D2E7C1F79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B6D64E-D9BE-357D-A7E2-3144C640F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99F801-83B2-835C-420F-8009A6E6AB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A194B-B7E5-0A44-7F80-554479931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872B-26F6-4503-B91A-1C971361EA1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ECEAD1-9B64-66AD-FF71-4CAFEFFE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DC8F8-4D1B-496A-541D-EF24FDEA1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3B9C-AC0F-4A37-B78C-6577D703B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2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F8970-D94A-8B0B-A320-BC5A24B6B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D78783-317B-FD85-7FC3-611DA3F22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872B-26F6-4503-B91A-1C971361EA1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8049C-284B-DA80-7690-B3035B214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64BE9-77A9-8F80-6250-B6B8C345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3B9C-AC0F-4A37-B78C-6577D703B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2077B-1DE0-1CFE-EDEB-F8BBA55EA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872B-26F6-4503-B91A-1C971361EA1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58BBB-322E-255F-C9E5-1800ED33D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1CEA8-1C6A-B108-4C22-73DA2E59D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3B9C-AC0F-4A37-B78C-6577D703B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93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D12A-8894-2EF2-A499-93A0DE650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2D10F-8C47-356A-6B4D-C41EEE7DC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63F04-296B-C38F-2A20-EFEA094BC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9B516-0F1C-94E2-03EC-1EF675B6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872B-26F6-4503-B91A-1C971361EA1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86726-307A-370E-19D3-0AC5EA55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E701C-9E08-EF02-2149-85A63AC68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3B9C-AC0F-4A37-B78C-6577D703B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8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20BB5-9E90-0F48-A4BB-D0AC4C791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CBF75D-B769-FBDF-F77C-9848ED3051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587BA5-9CE7-722B-D799-98B7F9BB5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3B0AA-EE33-0187-187B-E36D58711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872B-26F6-4503-B91A-1C971361EA1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0B708-D3B1-8BB7-ACF4-2705904F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FBB61-9DBF-D6B5-4AB2-D68BBA64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3B9C-AC0F-4A37-B78C-6577D703B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90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A820-2CAA-DDE0-7BB2-67413448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E07BF-15AF-6785-60F4-7A34DF499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AB3E1-75A3-C1BA-AF51-CD43857BC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872B-26F6-4503-B91A-1C971361EA1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22663-CD8E-FEC3-CAFE-349EE8B3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5C18B-4A2B-A7B1-6F2C-E0036A3A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3B9C-AC0F-4A37-B78C-6577D703B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7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2EC5AE-DF0F-F0F0-9BAF-6623E759B7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964A3-2F2E-2E91-2C97-C992C43C0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F9238-1BCF-8EED-8442-31C6DFF64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872B-26F6-4503-B91A-1C971361EA1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A3190-F5C4-0E18-3EBE-399FEB63D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BD6D4-91BF-38CD-488F-4C1351C8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3B9C-AC0F-4A37-B78C-6577D703B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E71EF-3946-4EDB-3CF9-38C829050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67480-8B53-A40B-B575-F66CE75FC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AE37F-E998-8A36-4977-D9848E13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E872B-26F6-4503-B91A-1C971361EA1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D8518-656D-A722-1A9F-E6393E741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F67DB-A893-F719-BA8D-FBBD08AF5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D63B9C-AC0F-4A37-B78C-6577D703B1F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664912-953D-1840-3D38-7CA0D0803E2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2465361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FCC15-D6DF-BAFA-8625-D7A850EE3E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C0289-45ED-B741-0723-49CEE5ABC8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986521-DEA3-9E10-8BCC-2B8306639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605" y="1163637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730B152-C270-2429-ABFE-4D2754DAA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209" y="1794163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068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CEEDC-1197-A1D6-E471-4557959F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E140B-2EFC-870A-B470-5AEFDAC24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12AE097-4DEF-9950-86E9-C18309688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164" y="1236518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D571922-3410-EE25-0B91-E79F82C38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5270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491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BOUZIANI Abdelaziz (AMPERE)</dc:creator>
  <cp:lastModifiedBy>BOUZIANI Abdelaziz (AMPERE)</cp:lastModifiedBy>
  <cp:revision>1</cp:revision>
  <dcterms:created xsi:type="dcterms:W3CDTF">2025-09-14T10:22:41Z</dcterms:created>
  <dcterms:modified xsi:type="dcterms:W3CDTF">2025-09-15T06:04:02Z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 C</vt:lpwstr>
  </property>
</Properties>
</file>